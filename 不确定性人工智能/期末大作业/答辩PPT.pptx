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4" r:id="rId20"/>
    <p:sldId id="292" r:id="rId21"/>
    <p:sldId id="295" r:id="rId22"/>
    <p:sldId id="296" r:id="rId23"/>
    <p:sldId id="297" r:id="rId24"/>
    <p:sldId id="298" r:id="rId25"/>
    <p:sldId id="299" r:id="rId26"/>
    <p:sldId id="300" r:id="rId27"/>
    <p:sldId id="301" r:id="rId28"/>
    <p:sldId id="302" r:id="rId29"/>
    <p:sldId id="280" r:id="rId30"/>
    <p:sldId id="303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73A493-A651-4AEE-BFA2-F0C5F88F5E9C}" type="datetimeFigureOut">
              <a:rPr lang="zh-CN" altLang="en-US" smtClean="0"/>
              <a:t>2025/6/10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71C82A-AE91-4960-9079-49BE5FA9E6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2199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68429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6F9DFA6-1ABE-7A2F-27BF-E6F47014F08D}"/>
              </a:ext>
            </a:extLst>
          </p:cNvPr>
          <p:cNvSpPr txBox="1"/>
          <p:nvPr userDrawn="1"/>
        </p:nvSpPr>
        <p:spPr>
          <a:xfrm>
            <a:off x="-9144" y="-9679"/>
            <a:ext cx="12210288" cy="6877359"/>
          </a:xfrm>
          <a:prstGeom prst="rect">
            <a:avLst/>
          </a:prstGeom>
          <a:solidFill>
            <a:schemeClr val="bg1">
              <a:alpha val="77962"/>
            </a:schemeClr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46505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28000"/>
          </a:blip>
          <a:srcRect/>
          <a:stretch>
            <a:fillRect/>
          </a:stretch>
        </p:blipFill>
        <p:spPr>
          <a:xfrm>
            <a:off x="3772953" y="0"/>
            <a:ext cx="8419047" cy="562539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>
            <a:off x="-9144" y="-9679"/>
            <a:ext cx="12210288" cy="6877359"/>
          </a:xfrm>
          <a:prstGeom prst="rect">
            <a:avLst/>
          </a:prstGeom>
          <a:solidFill>
            <a:schemeClr val="bg1">
              <a:alpha val="77962"/>
            </a:schemeClr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0" y="-3318"/>
            <a:ext cx="3767922" cy="4007700"/>
          </a:xfrm>
          <a:custGeom>
            <a:avLst/>
            <a:gdLst>
              <a:gd name="connsiteX0" fmla="*/ 0 w 3593901"/>
              <a:gd name="connsiteY0" fmla="*/ 0 h 3822605"/>
              <a:gd name="connsiteX1" fmla="*/ 3570623 w 3593901"/>
              <a:gd name="connsiteY1" fmla="*/ 0 h 3822605"/>
              <a:gd name="connsiteX2" fmla="*/ 3576202 w 3593901"/>
              <a:gd name="connsiteY2" fmla="*/ 43906 h 3822605"/>
              <a:gd name="connsiteX3" fmla="*/ 3593901 w 3593901"/>
              <a:gd name="connsiteY3" fmla="*/ 394418 h 3822605"/>
              <a:gd name="connsiteX4" fmla="*/ 165714 w 3593901"/>
              <a:gd name="connsiteY4" fmla="*/ 3822605 h 3822605"/>
              <a:gd name="connsiteX5" fmla="*/ 0 w 3593901"/>
              <a:gd name="connsiteY5" fmla="*/ 3818415 h 3822605"/>
            </a:gdLst>
            <a:ahLst/>
            <a:cxnLst/>
            <a:rect l="l" t="t" r="r" b="b"/>
            <a:pathLst>
              <a:path w="3593901" h="3822605">
                <a:moveTo>
                  <a:pt x="0" y="0"/>
                </a:moveTo>
                <a:lnTo>
                  <a:pt x="3570623" y="0"/>
                </a:lnTo>
                <a:lnTo>
                  <a:pt x="3576202" y="43906"/>
                </a:lnTo>
                <a:cubicBezTo>
                  <a:pt x="3587906" y="159152"/>
                  <a:pt x="3593901" y="276085"/>
                  <a:pt x="3593901" y="394418"/>
                </a:cubicBezTo>
                <a:cubicBezTo>
                  <a:pt x="3593901" y="2287753"/>
                  <a:pt x="2059049" y="3822605"/>
                  <a:pt x="165714" y="3822605"/>
                </a:cubicBezTo>
                <a:lnTo>
                  <a:pt x="0" y="3818415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28305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1594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 txBox="1"/>
          <p:nvPr/>
        </p:nvSpPr>
        <p:spPr>
          <a:xfrm rot="10800000">
            <a:off x="8442364" y="2867045"/>
            <a:ext cx="3767922" cy="4007700"/>
          </a:xfrm>
          <a:custGeom>
            <a:avLst/>
            <a:gdLst>
              <a:gd name="connsiteX0" fmla="*/ 0 w 3593901"/>
              <a:gd name="connsiteY0" fmla="*/ 0 h 3822605"/>
              <a:gd name="connsiteX1" fmla="*/ 3570623 w 3593901"/>
              <a:gd name="connsiteY1" fmla="*/ 0 h 3822605"/>
              <a:gd name="connsiteX2" fmla="*/ 3576202 w 3593901"/>
              <a:gd name="connsiteY2" fmla="*/ 43906 h 3822605"/>
              <a:gd name="connsiteX3" fmla="*/ 3593901 w 3593901"/>
              <a:gd name="connsiteY3" fmla="*/ 394418 h 3822605"/>
              <a:gd name="connsiteX4" fmla="*/ 165714 w 3593901"/>
              <a:gd name="connsiteY4" fmla="*/ 3822605 h 3822605"/>
              <a:gd name="connsiteX5" fmla="*/ 0 w 3593901"/>
              <a:gd name="connsiteY5" fmla="*/ 3818415 h 3822605"/>
            </a:gdLst>
            <a:ahLst/>
            <a:cxnLst/>
            <a:rect l="l" t="t" r="r" b="b"/>
            <a:pathLst>
              <a:path w="3593901" h="3822605">
                <a:moveTo>
                  <a:pt x="0" y="0"/>
                </a:moveTo>
                <a:lnTo>
                  <a:pt x="3570623" y="0"/>
                </a:lnTo>
                <a:lnTo>
                  <a:pt x="3576202" y="43906"/>
                </a:lnTo>
                <a:cubicBezTo>
                  <a:pt x="3587906" y="159152"/>
                  <a:pt x="3593901" y="276085"/>
                  <a:pt x="3593901" y="394418"/>
                </a:cubicBezTo>
                <a:cubicBezTo>
                  <a:pt x="3593901" y="2287753"/>
                  <a:pt x="2059049" y="3822605"/>
                  <a:pt x="165714" y="3822605"/>
                </a:cubicBezTo>
                <a:lnTo>
                  <a:pt x="0" y="3818415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accent1">
                  <a:lumMod val="40000"/>
                  <a:lumOff val="60000"/>
                  <a:alpha val="29000"/>
                </a:schemeClr>
              </a:gs>
            </a:gsLst>
            <a:lin ang="21594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" name="图片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 rot="194103">
            <a:off x="-728641" y="3222174"/>
            <a:ext cx="4026774" cy="402677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标题 1"/>
          <p:cNvSpPr txBox="1"/>
          <p:nvPr/>
        </p:nvSpPr>
        <p:spPr>
          <a:xfrm flipH="1">
            <a:off x="569423" y="489686"/>
            <a:ext cx="1672266" cy="549270"/>
          </a:xfrm>
          <a:custGeom>
            <a:avLst/>
            <a:gdLst>
              <a:gd name="connsiteX0" fmla="*/ 64839 w 1108502"/>
              <a:gd name="connsiteY0" fmla="*/ 32419 h 364097"/>
              <a:gd name="connsiteX1" fmla="*/ 32420 w 1108502"/>
              <a:gd name="connsiteY1" fmla="*/ 64839 h 364097"/>
              <a:gd name="connsiteX2" fmla="*/ 0 w 1108502"/>
              <a:gd name="connsiteY2" fmla="*/ 32419 h 364097"/>
              <a:gd name="connsiteX3" fmla="*/ 32420 w 1108502"/>
              <a:gd name="connsiteY3" fmla="*/ 0 h 364097"/>
              <a:gd name="connsiteX4" fmla="*/ 64839 w 1108502"/>
              <a:gd name="connsiteY4" fmla="*/ 32419 h 364097"/>
              <a:gd name="connsiteX5" fmla="*/ 180802 w 1108502"/>
              <a:gd name="connsiteY5" fmla="*/ 1247 h 364097"/>
              <a:gd name="connsiteX6" fmla="*/ 148382 w 1108502"/>
              <a:gd name="connsiteY6" fmla="*/ 33666 h 364097"/>
              <a:gd name="connsiteX7" fmla="*/ 180802 w 1108502"/>
              <a:gd name="connsiteY7" fmla="*/ 66086 h 364097"/>
              <a:gd name="connsiteX8" fmla="*/ 213222 w 1108502"/>
              <a:gd name="connsiteY8" fmla="*/ 33666 h 364097"/>
              <a:gd name="connsiteX9" fmla="*/ 180802 w 1108502"/>
              <a:gd name="connsiteY9" fmla="*/ 1247 h 364097"/>
              <a:gd name="connsiteX10" fmla="*/ 64839 w 1108502"/>
              <a:gd name="connsiteY10" fmla="*/ 182048 h 364097"/>
              <a:gd name="connsiteX11" fmla="*/ 32420 w 1108502"/>
              <a:gd name="connsiteY11" fmla="*/ 149629 h 364097"/>
              <a:gd name="connsiteX12" fmla="*/ 0 w 1108502"/>
              <a:gd name="connsiteY12" fmla="*/ 182048 h 364097"/>
              <a:gd name="connsiteX13" fmla="*/ 32420 w 1108502"/>
              <a:gd name="connsiteY13" fmla="*/ 214468 h 364097"/>
              <a:gd name="connsiteX14" fmla="*/ 64839 w 1108502"/>
              <a:gd name="connsiteY14" fmla="*/ 182048 h 364097"/>
              <a:gd name="connsiteX15" fmla="*/ 330431 w 1108502"/>
              <a:gd name="connsiteY15" fmla="*/ 1247 h 364097"/>
              <a:gd name="connsiteX16" fmla="*/ 298011 w 1108502"/>
              <a:gd name="connsiteY16" fmla="*/ 33666 h 364097"/>
              <a:gd name="connsiteX17" fmla="*/ 330431 w 1108502"/>
              <a:gd name="connsiteY17" fmla="*/ 66086 h 364097"/>
              <a:gd name="connsiteX18" fmla="*/ 362851 w 1108502"/>
              <a:gd name="connsiteY18" fmla="*/ 33666 h 364097"/>
              <a:gd name="connsiteX19" fmla="*/ 330431 w 1108502"/>
              <a:gd name="connsiteY19" fmla="*/ 1247 h 364097"/>
              <a:gd name="connsiteX20" fmla="*/ 480060 w 1108502"/>
              <a:gd name="connsiteY20" fmla="*/ 1247 h 364097"/>
              <a:gd name="connsiteX21" fmla="*/ 447640 w 1108502"/>
              <a:gd name="connsiteY21" fmla="*/ 33666 h 364097"/>
              <a:gd name="connsiteX22" fmla="*/ 480060 w 1108502"/>
              <a:gd name="connsiteY22" fmla="*/ 66086 h 364097"/>
              <a:gd name="connsiteX23" fmla="*/ 512480 w 1108502"/>
              <a:gd name="connsiteY23" fmla="*/ 33666 h 364097"/>
              <a:gd name="connsiteX24" fmla="*/ 480060 w 1108502"/>
              <a:gd name="connsiteY24" fmla="*/ 1247 h 364097"/>
              <a:gd name="connsiteX25" fmla="*/ 628442 w 1108502"/>
              <a:gd name="connsiteY25" fmla="*/ 1247 h 364097"/>
              <a:gd name="connsiteX26" fmla="*/ 596022 w 1108502"/>
              <a:gd name="connsiteY26" fmla="*/ 33666 h 364097"/>
              <a:gd name="connsiteX27" fmla="*/ 628442 w 1108502"/>
              <a:gd name="connsiteY27" fmla="*/ 66086 h 364097"/>
              <a:gd name="connsiteX28" fmla="*/ 660862 w 1108502"/>
              <a:gd name="connsiteY28" fmla="*/ 33666 h 364097"/>
              <a:gd name="connsiteX29" fmla="*/ 628442 w 1108502"/>
              <a:gd name="connsiteY29" fmla="*/ 1247 h 364097"/>
              <a:gd name="connsiteX30" fmla="*/ 778071 w 1108502"/>
              <a:gd name="connsiteY30" fmla="*/ 1247 h 364097"/>
              <a:gd name="connsiteX31" fmla="*/ 745652 w 1108502"/>
              <a:gd name="connsiteY31" fmla="*/ 33666 h 364097"/>
              <a:gd name="connsiteX32" fmla="*/ 778071 w 1108502"/>
              <a:gd name="connsiteY32" fmla="*/ 66086 h 364097"/>
              <a:gd name="connsiteX33" fmla="*/ 810491 w 1108502"/>
              <a:gd name="connsiteY33" fmla="*/ 33666 h 364097"/>
              <a:gd name="connsiteX34" fmla="*/ 778071 w 1108502"/>
              <a:gd name="connsiteY34" fmla="*/ 1247 h 364097"/>
              <a:gd name="connsiteX35" fmla="*/ 926453 w 1108502"/>
              <a:gd name="connsiteY35" fmla="*/ 1247 h 364097"/>
              <a:gd name="connsiteX36" fmla="*/ 894034 w 1108502"/>
              <a:gd name="connsiteY36" fmla="*/ 33666 h 364097"/>
              <a:gd name="connsiteX37" fmla="*/ 926453 w 1108502"/>
              <a:gd name="connsiteY37" fmla="*/ 66086 h 364097"/>
              <a:gd name="connsiteX38" fmla="*/ 958873 w 1108502"/>
              <a:gd name="connsiteY38" fmla="*/ 33666 h 364097"/>
              <a:gd name="connsiteX39" fmla="*/ 926453 w 1108502"/>
              <a:gd name="connsiteY39" fmla="*/ 1247 h 364097"/>
              <a:gd name="connsiteX40" fmla="*/ 1076082 w 1108502"/>
              <a:gd name="connsiteY40" fmla="*/ 1247 h 364097"/>
              <a:gd name="connsiteX41" fmla="*/ 1043663 w 1108502"/>
              <a:gd name="connsiteY41" fmla="*/ 33666 h 364097"/>
              <a:gd name="connsiteX42" fmla="*/ 1076082 w 1108502"/>
              <a:gd name="connsiteY42" fmla="*/ 66086 h 364097"/>
              <a:gd name="connsiteX43" fmla="*/ 1108503 w 1108502"/>
              <a:gd name="connsiteY43" fmla="*/ 33666 h 364097"/>
              <a:gd name="connsiteX44" fmla="*/ 1076082 w 1108502"/>
              <a:gd name="connsiteY44" fmla="*/ 1247 h 364097"/>
              <a:gd name="connsiteX45" fmla="*/ 180802 w 1108502"/>
              <a:gd name="connsiteY45" fmla="*/ 149629 h 364097"/>
              <a:gd name="connsiteX46" fmla="*/ 148382 w 1108502"/>
              <a:gd name="connsiteY46" fmla="*/ 182048 h 364097"/>
              <a:gd name="connsiteX47" fmla="*/ 180802 w 1108502"/>
              <a:gd name="connsiteY47" fmla="*/ 214468 h 364097"/>
              <a:gd name="connsiteX48" fmla="*/ 213222 w 1108502"/>
              <a:gd name="connsiteY48" fmla="*/ 182048 h 364097"/>
              <a:gd name="connsiteX49" fmla="*/ 180802 w 1108502"/>
              <a:gd name="connsiteY49" fmla="*/ 149629 h 364097"/>
              <a:gd name="connsiteX50" fmla="*/ 330431 w 1108502"/>
              <a:gd name="connsiteY50" fmla="*/ 149629 h 364097"/>
              <a:gd name="connsiteX51" fmla="*/ 298011 w 1108502"/>
              <a:gd name="connsiteY51" fmla="*/ 182048 h 364097"/>
              <a:gd name="connsiteX52" fmla="*/ 330431 w 1108502"/>
              <a:gd name="connsiteY52" fmla="*/ 214468 h 364097"/>
              <a:gd name="connsiteX53" fmla="*/ 362851 w 1108502"/>
              <a:gd name="connsiteY53" fmla="*/ 182048 h 364097"/>
              <a:gd name="connsiteX54" fmla="*/ 330431 w 1108502"/>
              <a:gd name="connsiteY54" fmla="*/ 149629 h 364097"/>
              <a:gd name="connsiteX55" fmla="*/ 480060 w 1108502"/>
              <a:gd name="connsiteY55" fmla="*/ 149629 h 364097"/>
              <a:gd name="connsiteX56" fmla="*/ 447640 w 1108502"/>
              <a:gd name="connsiteY56" fmla="*/ 182048 h 364097"/>
              <a:gd name="connsiteX57" fmla="*/ 480060 w 1108502"/>
              <a:gd name="connsiteY57" fmla="*/ 214468 h 364097"/>
              <a:gd name="connsiteX58" fmla="*/ 512480 w 1108502"/>
              <a:gd name="connsiteY58" fmla="*/ 182048 h 364097"/>
              <a:gd name="connsiteX59" fmla="*/ 480060 w 1108502"/>
              <a:gd name="connsiteY59" fmla="*/ 149629 h 364097"/>
              <a:gd name="connsiteX60" fmla="*/ 628442 w 1108502"/>
              <a:gd name="connsiteY60" fmla="*/ 149629 h 364097"/>
              <a:gd name="connsiteX61" fmla="*/ 596022 w 1108502"/>
              <a:gd name="connsiteY61" fmla="*/ 182048 h 364097"/>
              <a:gd name="connsiteX62" fmla="*/ 628442 w 1108502"/>
              <a:gd name="connsiteY62" fmla="*/ 214468 h 364097"/>
              <a:gd name="connsiteX63" fmla="*/ 660862 w 1108502"/>
              <a:gd name="connsiteY63" fmla="*/ 182048 h 364097"/>
              <a:gd name="connsiteX64" fmla="*/ 628442 w 1108502"/>
              <a:gd name="connsiteY64" fmla="*/ 149629 h 364097"/>
              <a:gd name="connsiteX65" fmla="*/ 778071 w 1108502"/>
              <a:gd name="connsiteY65" fmla="*/ 149629 h 364097"/>
              <a:gd name="connsiteX66" fmla="*/ 745652 w 1108502"/>
              <a:gd name="connsiteY66" fmla="*/ 182048 h 364097"/>
              <a:gd name="connsiteX67" fmla="*/ 778071 w 1108502"/>
              <a:gd name="connsiteY67" fmla="*/ 214468 h 364097"/>
              <a:gd name="connsiteX68" fmla="*/ 810491 w 1108502"/>
              <a:gd name="connsiteY68" fmla="*/ 182048 h 364097"/>
              <a:gd name="connsiteX69" fmla="*/ 778071 w 1108502"/>
              <a:gd name="connsiteY69" fmla="*/ 149629 h 364097"/>
              <a:gd name="connsiteX70" fmla="*/ 926453 w 1108502"/>
              <a:gd name="connsiteY70" fmla="*/ 149629 h 364097"/>
              <a:gd name="connsiteX71" fmla="*/ 894034 w 1108502"/>
              <a:gd name="connsiteY71" fmla="*/ 182048 h 364097"/>
              <a:gd name="connsiteX72" fmla="*/ 926453 w 1108502"/>
              <a:gd name="connsiteY72" fmla="*/ 214468 h 364097"/>
              <a:gd name="connsiteX73" fmla="*/ 958873 w 1108502"/>
              <a:gd name="connsiteY73" fmla="*/ 182048 h 364097"/>
              <a:gd name="connsiteX74" fmla="*/ 926453 w 1108502"/>
              <a:gd name="connsiteY74" fmla="*/ 149629 h 364097"/>
              <a:gd name="connsiteX75" fmla="*/ 1076082 w 1108502"/>
              <a:gd name="connsiteY75" fmla="*/ 149629 h 364097"/>
              <a:gd name="connsiteX76" fmla="*/ 1043663 w 1108502"/>
              <a:gd name="connsiteY76" fmla="*/ 182048 h 364097"/>
              <a:gd name="connsiteX77" fmla="*/ 1076082 w 1108502"/>
              <a:gd name="connsiteY77" fmla="*/ 214468 h 364097"/>
              <a:gd name="connsiteX78" fmla="*/ 1108503 w 1108502"/>
              <a:gd name="connsiteY78" fmla="*/ 182048 h 364097"/>
              <a:gd name="connsiteX79" fmla="*/ 1076082 w 1108502"/>
              <a:gd name="connsiteY79" fmla="*/ 149629 h 364097"/>
              <a:gd name="connsiteX80" fmla="*/ 32420 w 1108502"/>
              <a:gd name="connsiteY80" fmla="*/ 299258 h 364097"/>
              <a:gd name="connsiteX81" fmla="*/ 0 w 1108502"/>
              <a:gd name="connsiteY81" fmla="*/ 331678 h 364097"/>
              <a:gd name="connsiteX82" fmla="*/ 32420 w 1108502"/>
              <a:gd name="connsiteY82" fmla="*/ 364097 h 364097"/>
              <a:gd name="connsiteX83" fmla="*/ 64839 w 1108502"/>
              <a:gd name="connsiteY83" fmla="*/ 331678 h 364097"/>
              <a:gd name="connsiteX84" fmla="*/ 32420 w 1108502"/>
              <a:gd name="connsiteY84" fmla="*/ 299258 h 364097"/>
              <a:gd name="connsiteX85" fmla="*/ 180802 w 1108502"/>
              <a:gd name="connsiteY85" fmla="*/ 299258 h 364097"/>
              <a:gd name="connsiteX86" fmla="*/ 148382 w 1108502"/>
              <a:gd name="connsiteY86" fmla="*/ 331678 h 364097"/>
              <a:gd name="connsiteX87" fmla="*/ 180802 w 1108502"/>
              <a:gd name="connsiteY87" fmla="*/ 364097 h 364097"/>
              <a:gd name="connsiteX88" fmla="*/ 213222 w 1108502"/>
              <a:gd name="connsiteY88" fmla="*/ 331678 h 364097"/>
              <a:gd name="connsiteX89" fmla="*/ 180802 w 1108502"/>
              <a:gd name="connsiteY89" fmla="*/ 299258 h 364097"/>
              <a:gd name="connsiteX90" fmla="*/ 330431 w 1108502"/>
              <a:gd name="connsiteY90" fmla="*/ 299258 h 364097"/>
              <a:gd name="connsiteX91" fmla="*/ 298011 w 1108502"/>
              <a:gd name="connsiteY91" fmla="*/ 331678 h 364097"/>
              <a:gd name="connsiteX92" fmla="*/ 330431 w 1108502"/>
              <a:gd name="connsiteY92" fmla="*/ 364097 h 364097"/>
              <a:gd name="connsiteX93" fmla="*/ 362851 w 1108502"/>
              <a:gd name="connsiteY93" fmla="*/ 331678 h 364097"/>
              <a:gd name="connsiteX94" fmla="*/ 330431 w 1108502"/>
              <a:gd name="connsiteY94" fmla="*/ 299258 h 364097"/>
              <a:gd name="connsiteX95" fmla="*/ 480060 w 1108502"/>
              <a:gd name="connsiteY95" fmla="*/ 299258 h 364097"/>
              <a:gd name="connsiteX96" fmla="*/ 447640 w 1108502"/>
              <a:gd name="connsiteY96" fmla="*/ 331678 h 364097"/>
              <a:gd name="connsiteX97" fmla="*/ 480060 w 1108502"/>
              <a:gd name="connsiteY97" fmla="*/ 364097 h 364097"/>
              <a:gd name="connsiteX98" fmla="*/ 512480 w 1108502"/>
              <a:gd name="connsiteY98" fmla="*/ 331678 h 364097"/>
              <a:gd name="connsiteX99" fmla="*/ 480060 w 1108502"/>
              <a:gd name="connsiteY99" fmla="*/ 299258 h 364097"/>
              <a:gd name="connsiteX100" fmla="*/ 628442 w 1108502"/>
              <a:gd name="connsiteY100" fmla="*/ 299258 h 364097"/>
              <a:gd name="connsiteX101" fmla="*/ 596022 w 1108502"/>
              <a:gd name="connsiteY101" fmla="*/ 331678 h 364097"/>
              <a:gd name="connsiteX102" fmla="*/ 628442 w 1108502"/>
              <a:gd name="connsiteY102" fmla="*/ 364097 h 364097"/>
              <a:gd name="connsiteX103" fmla="*/ 660862 w 1108502"/>
              <a:gd name="connsiteY103" fmla="*/ 331678 h 364097"/>
              <a:gd name="connsiteX104" fmla="*/ 628442 w 1108502"/>
              <a:gd name="connsiteY104" fmla="*/ 299258 h 364097"/>
              <a:gd name="connsiteX105" fmla="*/ 778071 w 1108502"/>
              <a:gd name="connsiteY105" fmla="*/ 299258 h 364097"/>
              <a:gd name="connsiteX106" fmla="*/ 745652 w 1108502"/>
              <a:gd name="connsiteY106" fmla="*/ 331678 h 364097"/>
              <a:gd name="connsiteX107" fmla="*/ 778071 w 1108502"/>
              <a:gd name="connsiteY107" fmla="*/ 364097 h 364097"/>
              <a:gd name="connsiteX108" fmla="*/ 810491 w 1108502"/>
              <a:gd name="connsiteY108" fmla="*/ 331678 h 364097"/>
              <a:gd name="connsiteX109" fmla="*/ 778071 w 1108502"/>
              <a:gd name="connsiteY109" fmla="*/ 299258 h 364097"/>
              <a:gd name="connsiteX110" fmla="*/ 926453 w 1108502"/>
              <a:gd name="connsiteY110" fmla="*/ 299258 h 364097"/>
              <a:gd name="connsiteX111" fmla="*/ 894034 w 1108502"/>
              <a:gd name="connsiteY111" fmla="*/ 331678 h 364097"/>
              <a:gd name="connsiteX112" fmla="*/ 926453 w 1108502"/>
              <a:gd name="connsiteY112" fmla="*/ 364097 h 364097"/>
              <a:gd name="connsiteX113" fmla="*/ 958873 w 1108502"/>
              <a:gd name="connsiteY113" fmla="*/ 331678 h 364097"/>
              <a:gd name="connsiteX114" fmla="*/ 926453 w 1108502"/>
              <a:gd name="connsiteY114" fmla="*/ 299258 h 364097"/>
              <a:gd name="connsiteX115" fmla="*/ 1076082 w 1108502"/>
              <a:gd name="connsiteY115" fmla="*/ 299258 h 364097"/>
              <a:gd name="connsiteX116" fmla="*/ 1043663 w 1108502"/>
              <a:gd name="connsiteY116" fmla="*/ 331678 h 364097"/>
              <a:gd name="connsiteX117" fmla="*/ 1076082 w 1108502"/>
              <a:gd name="connsiteY117" fmla="*/ 364097 h 364097"/>
              <a:gd name="connsiteX118" fmla="*/ 1108503 w 1108502"/>
              <a:gd name="connsiteY118" fmla="*/ 331678 h 364097"/>
              <a:gd name="connsiteX119" fmla="*/ 1076082 w 1108502"/>
              <a:gd name="connsiteY119" fmla="*/ 299258 h 364097"/>
            </a:gdLst>
            <a:ahLst/>
            <a:cxnLst/>
            <a:rect l="l" t="t" r="r" b="b"/>
            <a:pathLst>
              <a:path w="1108502" h="364097">
                <a:moveTo>
                  <a:pt x="64839" y="32419"/>
                </a:moveTo>
                <a:cubicBezTo>
                  <a:pt x="64839" y="49876"/>
                  <a:pt x="49876" y="64839"/>
                  <a:pt x="32420" y="64839"/>
                </a:cubicBezTo>
                <a:cubicBezTo>
                  <a:pt x="14963" y="64839"/>
                  <a:pt x="0" y="49876"/>
                  <a:pt x="0" y="32419"/>
                </a:cubicBezTo>
                <a:cubicBezTo>
                  <a:pt x="0" y="14963"/>
                  <a:pt x="14963" y="0"/>
                  <a:pt x="32420" y="0"/>
                </a:cubicBezTo>
                <a:cubicBezTo>
                  <a:pt x="49876" y="1247"/>
                  <a:pt x="64839" y="14963"/>
                  <a:pt x="64839" y="32419"/>
                </a:cubicBezTo>
                <a:close/>
                <a:moveTo>
                  <a:pt x="180802" y="1247"/>
                </a:moveTo>
                <a:cubicBezTo>
                  <a:pt x="163345" y="1247"/>
                  <a:pt x="148382" y="16210"/>
                  <a:pt x="148382" y="33666"/>
                </a:cubicBezTo>
                <a:cubicBezTo>
                  <a:pt x="148382" y="51123"/>
                  <a:pt x="163345" y="66086"/>
                  <a:pt x="180802" y="66086"/>
                </a:cubicBezTo>
                <a:cubicBezTo>
                  <a:pt x="198258" y="66086"/>
                  <a:pt x="213222" y="51123"/>
                  <a:pt x="213222" y="33666"/>
                </a:cubicBezTo>
                <a:cubicBezTo>
                  <a:pt x="213222" y="14963"/>
                  <a:pt x="199505" y="1247"/>
                  <a:pt x="180802" y="1247"/>
                </a:cubicBezTo>
                <a:close/>
                <a:moveTo>
                  <a:pt x="64839" y="182048"/>
                </a:moveTo>
                <a:cubicBezTo>
                  <a:pt x="64839" y="164592"/>
                  <a:pt x="49876" y="149629"/>
                  <a:pt x="32420" y="149629"/>
                </a:cubicBezTo>
                <a:cubicBezTo>
                  <a:pt x="14963" y="149629"/>
                  <a:pt x="0" y="164592"/>
                  <a:pt x="0" y="182048"/>
                </a:cubicBezTo>
                <a:cubicBezTo>
                  <a:pt x="0" y="199505"/>
                  <a:pt x="14963" y="214468"/>
                  <a:pt x="32420" y="214468"/>
                </a:cubicBezTo>
                <a:cubicBezTo>
                  <a:pt x="49876" y="214468"/>
                  <a:pt x="64839" y="199505"/>
                  <a:pt x="64839" y="182048"/>
                </a:cubicBezTo>
                <a:close/>
                <a:moveTo>
                  <a:pt x="330431" y="1247"/>
                </a:moveTo>
                <a:cubicBezTo>
                  <a:pt x="312974" y="1247"/>
                  <a:pt x="298011" y="16210"/>
                  <a:pt x="298011" y="33666"/>
                </a:cubicBezTo>
                <a:cubicBezTo>
                  <a:pt x="298011" y="51123"/>
                  <a:pt x="312974" y="66086"/>
                  <a:pt x="330431" y="66086"/>
                </a:cubicBezTo>
                <a:cubicBezTo>
                  <a:pt x="347888" y="66086"/>
                  <a:pt x="362851" y="51123"/>
                  <a:pt x="362851" y="33666"/>
                </a:cubicBezTo>
                <a:cubicBezTo>
                  <a:pt x="362851" y="14963"/>
                  <a:pt x="347888" y="1247"/>
                  <a:pt x="330431" y="1247"/>
                </a:cubicBezTo>
                <a:close/>
                <a:moveTo>
                  <a:pt x="480060" y="1247"/>
                </a:moveTo>
                <a:cubicBezTo>
                  <a:pt x="462603" y="1247"/>
                  <a:pt x="447640" y="16210"/>
                  <a:pt x="447640" y="33666"/>
                </a:cubicBezTo>
                <a:cubicBezTo>
                  <a:pt x="447640" y="51123"/>
                  <a:pt x="462603" y="66086"/>
                  <a:pt x="480060" y="66086"/>
                </a:cubicBezTo>
                <a:cubicBezTo>
                  <a:pt x="497517" y="66086"/>
                  <a:pt x="512480" y="51123"/>
                  <a:pt x="512480" y="33666"/>
                </a:cubicBezTo>
                <a:cubicBezTo>
                  <a:pt x="511233" y="14963"/>
                  <a:pt x="497517" y="1247"/>
                  <a:pt x="480060" y="1247"/>
                </a:cubicBezTo>
                <a:close/>
                <a:moveTo>
                  <a:pt x="628442" y="1247"/>
                </a:moveTo>
                <a:cubicBezTo>
                  <a:pt x="610985" y="1247"/>
                  <a:pt x="596022" y="16210"/>
                  <a:pt x="596022" y="33666"/>
                </a:cubicBezTo>
                <a:cubicBezTo>
                  <a:pt x="596022" y="51123"/>
                  <a:pt x="610985" y="66086"/>
                  <a:pt x="628442" y="66086"/>
                </a:cubicBezTo>
                <a:cubicBezTo>
                  <a:pt x="645899" y="66086"/>
                  <a:pt x="660862" y="51123"/>
                  <a:pt x="660862" y="33666"/>
                </a:cubicBezTo>
                <a:cubicBezTo>
                  <a:pt x="660862" y="14963"/>
                  <a:pt x="645899" y="1247"/>
                  <a:pt x="628442" y="1247"/>
                </a:cubicBezTo>
                <a:close/>
                <a:moveTo>
                  <a:pt x="778071" y="1247"/>
                </a:moveTo>
                <a:cubicBezTo>
                  <a:pt x="760615" y="1247"/>
                  <a:pt x="745652" y="16210"/>
                  <a:pt x="745652" y="33666"/>
                </a:cubicBezTo>
                <a:cubicBezTo>
                  <a:pt x="745652" y="51123"/>
                  <a:pt x="760615" y="66086"/>
                  <a:pt x="778071" y="66086"/>
                </a:cubicBezTo>
                <a:cubicBezTo>
                  <a:pt x="795528" y="66086"/>
                  <a:pt x="810491" y="51123"/>
                  <a:pt x="810491" y="33666"/>
                </a:cubicBezTo>
                <a:cubicBezTo>
                  <a:pt x="809244" y="14963"/>
                  <a:pt x="795528" y="1247"/>
                  <a:pt x="778071" y="1247"/>
                </a:cubicBezTo>
                <a:close/>
                <a:moveTo>
                  <a:pt x="926453" y="1247"/>
                </a:moveTo>
                <a:cubicBezTo>
                  <a:pt x="908997" y="1247"/>
                  <a:pt x="894034" y="16210"/>
                  <a:pt x="894034" y="33666"/>
                </a:cubicBezTo>
                <a:cubicBezTo>
                  <a:pt x="894034" y="51123"/>
                  <a:pt x="908997" y="66086"/>
                  <a:pt x="926453" y="66086"/>
                </a:cubicBezTo>
                <a:cubicBezTo>
                  <a:pt x="943910" y="66086"/>
                  <a:pt x="958873" y="51123"/>
                  <a:pt x="958873" y="33666"/>
                </a:cubicBezTo>
                <a:cubicBezTo>
                  <a:pt x="958873" y="14963"/>
                  <a:pt x="943910" y="1247"/>
                  <a:pt x="926453" y="1247"/>
                </a:cubicBezTo>
                <a:close/>
                <a:moveTo>
                  <a:pt x="1076082" y="1247"/>
                </a:moveTo>
                <a:cubicBezTo>
                  <a:pt x="1058626" y="1247"/>
                  <a:pt x="1043663" y="16210"/>
                  <a:pt x="1043663" y="33666"/>
                </a:cubicBezTo>
                <a:cubicBezTo>
                  <a:pt x="1043663" y="51123"/>
                  <a:pt x="1058626" y="66086"/>
                  <a:pt x="1076082" y="66086"/>
                </a:cubicBezTo>
                <a:cubicBezTo>
                  <a:pt x="1093539" y="66086"/>
                  <a:pt x="1108503" y="51123"/>
                  <a:pt x="1108503" y="33666"/>
                </a:cubicBezTo>
                <a:cubicBezTo>
                  <a:pt x="1107255" y="14963"/>
                  <a:pt x="1093539" y="1247"/>
                  <a:pt x="1076082" y="1247"/>
                </a:cubicBezTo>
                <a:close/>
                <a:moveTo>
                  <a:pt x="180802" y="149629"/>
                </a:moveTo>
                <a:cubicBezTo>
                  <a:pt x="163345" y="149629"/>
                  <a:pt x="148382" y="164592"/>
                  <a:pt x="148382" y="182048"/>
                </a:cubicBezTo>
                <a:cubicBezTo>
                  <a:pt x="148382" y="199505"/>
                  <a:pt x="163345" y="214468"/>
                  <a:pt x="180802" y="214468"/>
                </a:cubicBezTo>
                <a:cubicBezTo>
                  <a:pt x="198258" y="214468"/>
                  <a:pt x="213222" y="199505"/>
                  <a:pt x="213222" y="182048"/>
                </a:cubicBezTo>
                <a:cubicBezTo>
                  <a:pt x="213222" y="164592"/>
                  <a:pt x="199505" y="149629"/>
                  <a:pt x="180802" y="149629"/>
                </a:cubicBezTo>
                <a:close/>
                <a:moveTo>
                  <a:pt x="330431" y="149629"/>
                </a:moveTo>
                <a:cubicBezTo>
                  <a:pt x="312974" y="149629"/>
                  <a:pt x="298011" y="164592"/>
                  <a:pt x="298011" y="182048"/>
                </a:cubicBezTo>
                <a:cubicBezTo>
                  <a:pt x="298011" y="199505"/>
                  <a:pt x="312974" y="214468"/>
                  <a:pt x="330431" y="214468"/>
                </a:cubicBezTo>
                <a:cubicBezTo>
                  <a:pt x="347888" y="214468"/>
                  <a:pt x="362851" y="199505"/>
                  <a:pt x="362851" y="182048"/>
                </a:cubicBezTo>
                <a:cubicBezTo>
                  <a:pt x="362851" y="164592"/>
                  <a:pt x="347888" y="149629"/>
                  <a:pt x="330431" y="149629"/>
                </a:cubicBezTo>
                <a:close/>
                <a:moveTo>
                  <a:pt x="480060" y="149629"/>
                </a:moveTo>
                <a:cubicBezTo>
                  <a:pt x="462603" y="149629"/>
                  <a:pt x="447640" y="164592"/>
                  <a:pt x="447640" y="182048"/>
                </a:cubicBezTo>
                <a:cubicBezTo>
                  <a:pt x="447640" y="199505"/>
                  <a:pt x="462603" y="214468"/>
                  <a:pt x="480060" y="214468"/>
                </a:cubicBezTo>
                <a:cubicBezTo>
                  <a:pt x="497517" y="214468"/>
                  <a:pt x="512480" y="199505"/>
                  <a:pt x="512480" y="182048"/>
                </a:cubicBezTo>
                <a:cubicBezTo>
                  <a:pt x="512480" y="164592"/>
                  <a:pt x="497517" y="149629"/>
                  <a:pt x="480060" y="149629"/>
                </a:cubicBezTo>
                <a:close/>
                <a:moveTo>
                  <a:pt x="628442" y="149629"/>
                </a:moveTo>
                <a:cubicBezTo>
                  <a:pt x="610985" y="149629"/>
                  <a:pt x="596022" y="164592"/>
                  <a:pt x="596022" y="182048"/>
                </a:cubicBezTo>
                <a:cubicBezTo>
                  <a:pt x="596022" y="199505"/>
                  <a:pt x="610985" y="214468"/>
                  <a:pt x="628442" y="214468"/>
                </a:cubicBezTo>
                <a:cubicBezTo>
                  <a:pt x="645899" y="214468"/>
                  <a:pt x="660862" y="199505"/>
                  <a:pt x="660862" y="182048"/>
                </a:cubicBezTo>
                <a:cubicBezTo>
                  <a:pt x="660862" y="164592"/>
                  <a:pt x="645899" y="149629"/>
                  <a:pt x="628442" y="149629"/>
                </a:cubicBezTo>
                <a:close/>
                <a:moveTo>
                  <a:pt x="778071" y="149629"/>
                </a:moveTo>
                <a:cubicBezTo>
                  <a:pt x="760615" y="149629"/>
                  <a:pt x="745652" y="164592"/>
                  <a:pt x="745652" y="182048"/>
                </a:cubicBezTo>
                <a:cubicBezTo>
                  <a:pt x="745652" y="199505"/>
                  <a:pt x="760615" y="214468"/>
                  <a:pt x="778071" y="214468"/>
                </a:cubicBezTo>
                <a:cubicBezTo>
                  <a:pt x="795528" y="214468"/>
                  <a:pt x="810491" y="199505"/>
                  <a:pt x="810491" y="182048"/>
                </a:cubicBezTo>
                <a:cubicBezTo>
                  <a:pt x="810491" y="164592"/>
                  <a:pt x="795528" y="149629"/>
                  <a:pt x="778071" y="149629"/>
                </a:cubicBezTo>
                <a:close/>
                <a:moveTo>
                  <a:pt x="926453" y="149629"/>
                </a:moveTo>
                <a:cubicBezTo>
                  <a:pt x="908997" y="149629"/>
                  <a:pt x="894034" y="164592"/>
                  <a:pt x="894034" y="182048"/>
                </a:cubicBezTo>
                <a:cubicBezTo>
                  <a:pt x="894034" y="199505"/>
                  <a:pt x="908997" y="214468"/>
                  <a:pt x="926453" y="214468"/>
                </a:cubicBezTo>
                <a:cubicBezTo>
                  <a:pt x="943910" y="214468"/>
                  <a:pt x="958873" y="199505"/>
                  <a:pt x="958873" y="182048"/>
                </a:cubicBezTo>
                <a:cubicBezTo>
                  <a:pt x="958873" y="164592"/>
                  <a:pt x="943910" y="149629"/>
                  <a:pt x="926453" y="149629"/>
                </a:cubicBezTo>
                <a:close/>
                <a:moveTo>
                  <a:pt x="1076082" y="149629"/>
                </a:moveTo>
                <a:cubicBezTo>
                  <a:pt x="1058626" y="149629"/>
                  <a:pt x="1043663" y="164592"/>
                  <a:pt x="1043663" y="182048"/>
                </a:cubicBezTo>
                <a:cubicBezTo>
                  <a:pt x="1043663" y="199505"/>
                  <a:pt x="1058626" y="214468"/>
                  <a:pt x="1076082" y="214468"/>
                </a:cubicBezTo>
                <a:cubicBezTo>
                  <a:pt x="1093539" y="214468"/>
                  <a:pt x="1108503" y="199505"/>
                  <a:pt x="1108503" y="182048"/>
                </a:cubicBezTo>
                <a:cubicBezTo>
                  <a:pt x="1108503" y="164592"/>
                  <a:pt x="1093539" y="149629"/>
                  <a:pt x="1076082" y="149629"/>
                </a:cubicBezTo>
                <a:close/>
                <a:moveTo>
                  <a:pt x="32420" y="299258"/>
                </a:moveTo>
                <a:cubicBezTo>
                  <a:pt x="14963" y="299258"/>
                  <a:pt x="0" y="314221"/>
                  <a:pt x="0" y="331678"/>
                </a:cubicBezTo>
                <a:cubicBezTo>
                  <a:pt x="0" y="349135"/>
                  <a:pt x="14963" y="364097"/>
                  <a:pt x="32420" y="364097"/>
                </a:cubicBezTo>
                <a:cubicBezTo>
                  <a:pt x="49876" y="364097"/>
                  <a:pt x="64839" y="349135"/>
                  <a:pt x="64839" y="331678"/>
                </a:cubicBezTo>
                <a:cubicBezTo>
                  <a:pt x="64839" y="314221"/>
                  <a:pt x="49876" y="299258"/>
                  <a:pt x="32420" y="299258"/>
                </a:cubicBezTo>
                <a:close/>
                <a:moveTo>
                  <a:pt x="180802" y="299258"/>
                </a:moveTo>
                <a:cubicBezTo>
                  <a:pt x="163345" y="299258"/>
                  <a:pt x="148382" y="314221"/>
                  <a:pt x="148382" y="331678"/>
                </a:cubicBezTo>
                <a:cubicBezTo>
                  <a:pt x="148382" y="349135"/>
                  <a:pt x="163345" y="364097"/>
                  <a:pt x="180802" y="364097"/>
                </a:cubicBezTo>
                <a:cubicBezTo>
                  <a:pt x="198258" y="364097"/>
                  <a:pt x="213222" y="349135"/>
                  <a:pt x="213222" y="331678"/>
                </a:cubicBezTo>
                <a:cubicBezTo>
                  <a:pt x="213222" y="314221"/>
                  <a:pt x="199505" y="299258"/>
                  <a:pt x="180802" y="299258"/>
                </a:cubicBezTo>
                <a:close/>
                <a:moveTo>
                  <a:pt x="330431" y="299258"/>
                </a:moveTo>
                <a:cubicBezTo>
                  <a:pt x="312974" y="299258"/>
                  <a:pt x="298011" y="314221"/>
                  <a:pt x="298011" y="331678"/>
                </a:cubicBezTo>
                <a:cubicBezTo>
                  <a:pt x="298011" y="349135"/>
                  <a:pt x="312974" y="364097"/>
                  <a:pt x="330431" y="364097"/>
                </a:cubicBezTo>
                <a:cubicBezTo>
                  <a:pt x="347888" y="364097"/>
                  <a:pt x="362851" y="349135"/>
                  <a:pt x="362851" y="331678"/>
                </a:cubicBezTo>
                <a:cubicBezTo>
                  <a:pt x="362851" y="314221"/>
                  <a:pt x="347888" y="299258"/>
                  <a:pt x="330431" y="299258"/>
                </a:cubicBezTo>
                <a:close/>
                <a:moveTo>
                  <a:pt x="480060" y="299258"/>
                </a:moveTo>
                <a:cubicBezTo>
                  <a:pt x="462603" y="299258"/>
                  <a:pt x="447640" y="314221"/>
                  <a:pt x="447640" y="331678"/>
                </a:cubicBezTo>
                <a:cubicBezTo>
                  <a:pt x="447640" y="349135"/>
                  <a:pt x="462603" y="364097"/>
                  <a:pt x="480060" y="364097"/>
                </a:cubicBezTo>
                <a:cubicBezTo>
                  <a:pt x="497517" y="364097"/>
                  <a:pt x="512480" y="349135"/>
                  <a:pt x="512480" y="331678"/>
                </a:cubicBezTo>
                <a:cubicBezTo>
                  <a:pt x="512480" y="314221"/>
                  <a:pt x="497517" y="299258"/>
                  <a:pt x="480060" y="299258"/>
                </a:cubicBezTo>
                <a:close/>
                <a:moveTo>
                  <a:pt x="628442" y="299258"/>
                </a:moveTo>
                <a:cubicBezTo>
                  <a:pt x="610985" y="299258"/>
                  <a:pt x="596022" y="314221"/>
                  <a:pt x="596022" y="331678"/>
                </a:cubicBezTo>
                <a:cubicBezTo>
                  <a:pt x="596022" y="349135"/>
                  <a:pt x="610985" y="364097"/>
                  <a:pt x="628442" y="364097"/>
                </a:cubicBezTo>
                <a:cubicBezTo>
                  <a:pt x="645899" y="364097"/>
                  <a:pt x="660862" y="349135"/>
                  <a:pt x="660862" y="331678"/>
                </a:cubicBezTo>
                <a:cubicBezTo>
                  <a:pt x="660862" y="314221"/>
                  <a:pt x="645899" y="299258"/>
                  <a:pt x="628442" y="299258"/>
                </a:cubicBezTo>
                <a:close/>
                <a:moveTo>
                  <a:pt x="778071" y="299258"/>
                </a:moveTo>
                <a:cubicBezTo>
                  <a:pt x="760615" y="299258"/>
                  <a:pt x="745652" y="314221"/>
                  <a:pt x="745652" y="331678"/>
                </a:cubicBezTo>
                <a:cubicBezTo>
                  <a:pt x="745652" y="349135"/>
                  <a:pt x="760615" y="364097"/>
                  <a:pt x="778071" y="364097"/>
                </a:cubicBezTo>
                <a:cubicBezTo>
                  <a:pt x="795528" y="364097"/>
                  <a:pt x="810491" y="349135"/>
                  <a:pt x="810491" y="331678"/>
                </a:cubicBezTo>
                <a:cubicBezTo>
                  <a:pt x="810491" y="314221"/>
                  <a:pt x="795528" y="299258"/>
                  <a:pt x="778071" y="299258"/>
                </a:cubicBezTo>
                <a:close/>
                <a:moveTo>
                  <a:pt x="926453" y="299258"/>
                </a:moveTo>
                <a:cubicBezTo>
                  <a:pt x="908997" y="299258"/>
                  <a:pt x="894034" y="314221"/>
                  <a:pt x="894034" y="331678"/>
                </a:cubicBezTo>
                <a:cubicBezTo>
                  <a:pt x="894034" y="349135"/>
                  <a:pt x="908997" y="364097"/>
                  <a:pt x="926453" y="364097"/>
                </a:cubicBezTo>
                <a:cubicBezTo>
                  <a:pt x="943910" y="364097"/>
                  <a:pt x="958873" y="349135"/>
                  <a:pt x="958873" y="331678"/>
                </a:cubicBezTo>
                <a:cubicBezTo>
                  <a:pt x="958873" y="314221"/>
                  <a:pt x="943910" y="299258"/>
                  <a:pt x="926453" y="299258"/>
                </a:cubicBezTo>
                <a:close/>
                <a:moveTo>
                  <a:pt x="1076082" y="299258"/>
                </a:moveTo>
                <a:cubicBezTo>
                  <a:pt x="1058626" y="299258"/>
                  <a:pt x="1043663" y="314221"/>
                  <a:pt x="1043663" y="331678"/>
                </a:cubicBezTo>
                <a:cubicBezTo>
                  <a:pt x="1043663" y="349135"/>
                  <a:pt x="1058626" y="364097"/>
                  <a:pt x="1076082" y="364097"/>
                </a:cubicBezTo>
                <a:cubicBezTo>
                  <a:pt x="1093539" y="364097"/>
                  <a:pt x="1108503" y="349135"/>
                  <a:pt x="1108503" y="331678"/>
                </a:cubicBezTo>
                <a:cubicBezTo>
                  <a:pt x="1108503" y="314221"/>
                  <a:pt x="1093539" y="299258"/>
                  <a:pt x="1076082" y="299258"/>
                </a:cubicBezTo>
                <a:close/>
              </a:path>
            </a:pathLst>
          </a:custGeom>
          <a:solidFill>
            <a:schemeClr val="accent1"/>
          </a:solidFill>
          <a:ln w="12468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2733174" y="1668379"/>
            <a:ext cx="6725653" cy="2111448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4700" b="1" i="0" u="none" strike="noStrike" kern="1200" cap="none" spc="0" normalizeH="0" baseline="0" noProof="0">
                <a:ln w="3175">
                  <a:noFill/>
                </a:ln>
                <a:solidFill>
                  <a:srgbClr val="262626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/>
              </a:rPr>
              <a:t>基于BERT和云模型的不确定性情感识别</a:t>
            </a: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标题 1"/>
          <p:cNvSpPr txBox="1"/>
          <p:nvPr/>
        </p:nvSpPr>
        <p:spPr>
          <a:xfrm flipH="1">
            <a:off x="9237441" y="3064042"/>
            <a:ext cx="1229856" cy="415435"/>
          </a:xfrm>
          <a:custGeom>
            <a:avLst/>
            <a:gdLst>
              <a:gd name="connsiteX0" fmla="*/ 985324 w 1954210"/>
              <a:gd name="connsiteY0" fmla="*/ 0 h 1147870"/>
              <a:gd name="connsiteX1" fmla="*/ 1280281 w 1954210"/>
              <a:gd name="connsiteY1" fmla="*/ 0 h 1147870"/>
              <a:gd name="connsiteX2" fmla="*/ 1462005 w 1954210"/>
              <a:gd name="connsiteY2" fmla="*/ 574392 h 1147870"/>
              <a:gd name="connsiteX3" fmla="*/ 1280281 w 1954210"/>
              <a:gd name="connsiteY3" fmla="*/ 1147870 h 1147870"/>
              <a:gd name="connsiteX4" fmla="*/ 985324 w 1954210"/>
              <a:gd name="connsiteY4" fmla="*/ 1147870 h 1147870"/>
              <a:gd name="connsiteX5" fmla="*/ 1167960 w 1954210"/>
              <a:gd name="connsiteY5" fmla="*/ 574392 h 1147870"/>
              <a:gd name="connsiteX6" fmla="*/ 0 w 1954210"/>
              <a:gd name="connsiteY6" fmla="*/ 0 h 1147870"/>
              <a:gd name="connsiteX7" fmla="*/ 294045 w 1954210"/>
              <a:gd name="connsiteY7" fmla="*/ 0 h 1147870"/>
              <a:gd name="connsiteX8" fmla="*/ 475768 w 1954210"/>
              <a:gd name="connsiteY8" fmla="*/ 574392 h 1147870"/>
              <a:gd name="connsiteX9" fmla="*/ 294045 w 1954210"/>
              <a:gd name="connsiteY9" fmla="*/ 1147870 h 1147870"/>
              <a:gd name="connsiteX10" fmla="*/ 0 w 1954210"/>
              <a:gd name="connsiteY10" fmla="*/ 1147870 h 1147870"/>
              <a:gd name="connsiteX11" fmla="*/ 181724 w 1954210"/>
              <a:gd name="connsiteY11" fmla="*/ 574392 h 1147870"/>
              <a:gd name="connsiteX12" fmla="*/ 493118 w 1954210"/>
              <a:gd name="connsiteY12" fmla="*/ 0 h 1147870"/>
              <a:gd name="connsiteX13" fmla="*/ 787163 w 1954210"/>
              <a:gd name="connsiteY13" fmla="*/ 0 h 1147870"/>
              <a:gd name="connsiteX14" fmla="*/ 968886 w 1954210"/>
              <a:gd name="connsiteY14" fmla="*/ 574392 h 1147870"/>
              <a:gd name="connsiteX15" fmla="*/ 787163 w 1954210"/>
              <a:gd name="connsiteY15" fmla="*/ 1147870 h 1147870"/>
              <a:gd name="connsiteX16" fmla="*/ 493118 w 1954210"/>
              <a:gd name="connsiteY16" fmla="*/ 1147870 h 1147870"/>
              <a:gd name="connsiteX17" fmla="*/ 674842 w 1954210"/>
              <a:gd name="connsiteY17" fmla="*/ 574392 h 1147870"/>
              <a:gd name="connsiteX18" fmla="*/ 1478442 w 1954210"/>
              <a:gd name="connsiteY18" fmla="*/ 0 h 1147870"/>
              <a:gd name="connsiteX19" fmla="*/ 1772486 w 1954210"/>
              <a:gd name="connsiteY19" fmla="*/ 0 h 1147870"/>
              <a:gd name="connsiteX20" fmla="*/ 1954210 w 1954210"/>
              <a:gd name="connsiteY20" fmla="*/ 574392 h 1147870"/>
              <a:gd name="connsiteX21" fmla="*/ 1772486 w 1954210"/>
              <a:gd name="connsiteY21" fmla="*/ 1147870 h 1147870"/>
              <a:gd name="connsiteX22" fmla="*/ 1478442 w 1954210"/>
              <a:gd name="connsiteY22" fmla="*/ 1147870 h 1147870"/>
              <a:gd name="connsiteX23" fmla="*/ 1660166 w 1954210"/>
              <a:gd name="connsiteY23" fmla="*/ 574392 h 1147870"/>
            </a:gdLst>
            <a:ahLst/>
            <a:cxnLst/>
            <a:rect l="l" t="t" r="r" b="b"/>
            <a:pathLst>
              <a:path w="1954210" h="1147870">
                <a:moveTo>
                  <a:pt x="985324" y="0"/>
                </a:moveTo>
                <a:lnTo>
                  <a:pt x="1280281" y="0"/>
                </a:lnTo>
                <a:lnTo>
                  <a:pt x="1462005" y="574392"/>
                </a:lnTo>
                <a:lnTo>
                  <a:pt x="1280281" y="1147870"/>
                </a:lnTo>
                <a:lnTo>
                  <a:pt x="985324" y="1147870"/>
                </a:lnTo>
                <a:lnTo>
                  <a:pt x="1167960" y="574392"/>
                </a:lnTo>
                <a:close/>
                <a:moveTo>
                  <a:pt x="0" y="0"/>
                </a:moveTo>
                <a:lnTo>
                  <a:pt x="294045" y="0"/>
                </a:lnTo>
                <a:lnTo>
                  <a:pt x="475768" y="574392"/>
                </a:lnTo>
                <a:lnTo>
                  <a:pt x="294045" y="1147870"/>
                </a:lnTo>
                <a:lnTo>
                  <a:pt x="0" y="1147870"/>
                </a:lnTo>
                <a:lnTo>
                  <a:pt x="181724" y="574392"/>
                </a:lnTo>
                <a:close/>
                <a:moveTo>
                  <a:pt x="493118" y="0"/>
                </a:moveTo>
                <a:lnTo>
                  <a:pt x="787163" y="0"/>
                </a:lnTo>
                <a:lnTo>
                  <a:pt x="968886" y="574392"/>
                </a:lnTo>
                <a:lnTo>
                  <a:pt x="787163" y="1147870"/>
                </a:lnTo>
                <a:lnTo>
                  <a:pt x="493118" y="1147870"/>
                </a:lnTo>
                <a:lnTo>
                  <a:pt x="674842" y="574392"/>
                </a:lnTo>
                <a:close/>
                <a:moveTo>
                  <a:pt x="1478442" y="0"/>
                </a:moveTo>
                <a:lnTo>
                  <a:pt x="1772486" y="0"/>
                </a:lnTo>
                <a:lnTo>
                  <a:pt x="1954210" y="574392"/>
                </a:lnTo>
                <a:lnTo>
                  <a:pt x="1772486" y="1147870"/>
                </a:lnTo>
                <a:lnTo>
                  <a:pt x="1478442" y="1147870"/>
                </a:lnTo>
                <a:lnTo>
                  <a:pt x="1660166" y="574392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0"/>
          </a:gradFill>
          <a:ln w="9128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标题 1"/>
          <p:cNvSpPr txBox="1"/>
          <p:nvPr/>
        </p:nvSpPr>
        <p:spPr>
          <a:xfrm flipH="1">
            <a:off x="1459831" y="1872320"/>
            <a:ext cx="1261006" cy="425957"/>
          </a:xfrm>
          <a:custGeom>
            <a:avLst/>
            <a:gdLst>
              <a:gd name="connsiteX0" fmla="*/ 985324 w 1954210"/>
              <a:gd name="connsiteY0" fmla="*/ 0 h 1147870"/>
              <a:gd name="connsiteX1" fmla="*/ 1280281 w 1954210"/>
              <a:gd name="connsiteY1" fmla="*/ 0 h 1147870"/>
              <a:gd name="connsiteX2" fmla="*/ 1462005 w 1954210"/>
              <a:gd name="connsiteY2" fmla="*/ 574392 h 1147870"/>
              <a:gd name="connsiteX3" fmla="*/ 1280281 w 1954210"/>
              <a:gd name="connsiteY3" fmla="*/ 1147870 h 1147870"/>
              <a:gd name="connsiteX4" fmla="*/ 985324 w 1954210"/>
              <a:gd name="connsiteY4" fmla="*/ 1147870 h 1147870"/>
              <a:gd name="connsiteX5" fmla="*/ 1167960 w 1954210"/>
              <a:gd name="connsiteY5" fmla="*/ 574392 h 1147870"/>
              <a:gd name="connsiteX6" fmla="*/ 0 w 1954210"/>
              <a:gd name="connsiteY6" fmla="*/ 0 h 1147870"/>
              <a:gd name="connsiteX7" fmla="*/ 294045 w 1954210"/>
              <a:gd name="connsiteY7" fmla="*/ 0 h 1147870"/>
              <a:gd name="connsiteX8" fmla="*/ 475768 w 1954210"/>
              <a:gd name="connsiteY8" fmla="*/ 574392 h 1147870"/>
              <a:gd name="connsiteX9" fmla="*/ 294045 w 1954210"/>
              <a:gd name="connsiteY9" fmla="*/ 1147870 h 1147870"/>
              <a:gd name="connsiteX10" fmla="*/ 0 w 1954210"/>
              <a:gd name="connsiteY10" fmla="*/ 1147870 h 1147870"/>
              <a:gd name="connsiteX11" fmla="*/ 181724 w 1954210"/>
              <a:gd name="connsiteY11" fmla="*/ 574392 h 1147870"/>
              <a:gd name="connsiteX12" fmla="*/ 493118 w 1954210"/>
              <a:gd name="connsiteY12" fmla="*/ 0 h 1147870"/>
              <a:gd name="connsiteX13" fmla="*/ 787163 w 1954210"/>
              <a:gd name="connsiteY13" fmla="*/ 0 h 1147870"/>
              <a:gd name="connsiteX14" fmla="*/ 968886 w 1954210"/>
              <a:gd name="connsiteY14" fmla="*/ 574392 h 1147870"/>
              <a:gd name="connsiteX15" fmla="*/ 787163 w 1954210"/>
              <a:gd name="connsiteY15" fmla="*/ 1147870 h 1147870"/>
              <a:gd name="connsiteX16" fmla="*/ 493118 w 1954210"/>
              <a:gd name="connsiteY16" fmla="*/ 1147870 h 1147870"/>
              <a:gd name="connsiteX17" fmla="*/ 674842 w 1954210"/>
              <a:gd name="connsiteY17" fmla="*/ 574392 h 1147870"/>
              <a:gd name="connsiteX18" fmla="*/ 1478442 w 1954210"/>
              <a:gd name="connsiteY18" fmla="*/ 0 h 1147870"/>
              <a:gd name="connsiteX19" fmla="*/ 1772486 w 1954210"/>
              <a:gd name="connsiteY19" fmla="*/ 0 h 1147870"/>
              <a:gd name="connsiteX20" fmla="*/ 1954210 w 1954210"/>
              <a:gd name="connsiteY20" fmla="*/ 574392 h 1147870"/>
              <a:gd name="connsiteX21" fmla="*/ 1772486 w 1954210"/>
              <a:gd name="connsiteY21" fmla="*/ 1147870 h 1147870"/>
              <a:gd name="connsiteX22" fmla="*/ 1478442 w 1954210"/>
              <a:gd name="connsiteY22" fmla="*/ 1147870 h 1147870"/>
              <a:gd name="connsiteX23" fmla="*/ 1660166 w 1954210"/>
              <a:gd name="connsiteY23" fmla="*/ 574392 h 1147870"/>
            </a:gdLst>
            <a:ahLst/>
            <a:cxnLst/>
            <a:rect l="l" t="t" r="r" b="b"/>
            <a:pathLst>
              <a:path w="1954210" h="1147870">
                <a:moveTo>
                  <a:pt x="985324" y="0"/>
                </a:moveTo>
                <a:lnTo>
                  <a:pt x="1280281" y="0"/>
                </a:lnTo>
                <a:lnTo>
                  <a:pt x="1462005" y="574392"/>
                </a:lnTo>
                <a:lnTo>
                  <a:pt x="1280281" y="1147870"/>
                </a:lnTo>
                <a:lnTo>
                  <a:pt x="985324" y="1147870"/>
                </a:lnTo>
                <a:lnTo>
                  <a:pt x="1167960" y="574392"/>
                </a:lnTo>
                <a:close/>
                <a:moveTo>
                  <a:pt x="0" y="0"/>
                </a:moveTo>
                <a:lnTo>
                  <a:pt x="294045" y="0"/>
                </a:lnTo>
                <a:lnTo>
                  <a:pt x="475768" y="574392"/>
                </a:lnTo>
                <a:lnTo>
                  <a:pt x="294045" y="1147870"/>
                </a:lnTo>
                <a:lnTo>
                  <a:pt x="0" y="1147870"/>
                </a:lnTo>
                <a:lnTo>
                  <a:pt x="181724" y="574392"/>
                </a:lnTo>
                <a:close/>
                <a:moveTo>
                  <a:pt x="493118" y="0"/>
                </a:moveTo>
                <a:lnTo>
                  <a:pt x="787163" y="0"/>
                </a:lnTo>
                <a:lnTo>
                  <a:pt x="968886" y="574392"/>
                </a:lnTo>
                <a:lnTo>
                  <a:pt x="787163" y="1147870"/>
                </a:lnTo>
                <a:lnTo>
                  <a:pt x="493118" y="1147870"/>
                </a:lnTo>
                <a:lnTo>
                  <a:pt x="674842" y="574392"/>
                </a:lnTo>
                <a:close/>
                <a:moveTo>
                  <a:pt x="1478442" y="0"/>
                </a:moveTo>
                <a:lnTo>
                  <a:pt x="1772486" y="0"/>
                </a:lnTo>
                <a:lnTo>
                  <a:pt x="1954210" y="574392"/>
                </a:lnTo>
                <a:lnTo>
                  <a:pt x="1772486" y="1147870"/>
                </a:lnTo>
                <a:lnTo>
                  <a:pt x="1478442" y="1147870"/>
                </a:lnTo>
                <a:lnTo>
                  <a:pt x="1660166" y="574392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0"/>
          </a:gradFill>
          <a:ln w="9128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标题 1"/>
          <p:cNvSpPr txBox="1"/>
          <p:nvPr/>
        </p:nvSpPr>
        <p:spPr>
          <a:xfrm>
            <a:off x="3480089" y="3997718"/>
            <a:ext cx="5231822" cy="576740"/>
          </a:xfrm>
          <a:prstGeom prst="hexagon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/>
              </a:gs>
            </a:gsLst>
            <a:lin ang="21594000" scaled="0"/>
          </a:gradFill>
          <a:ln w="19050" cap="sq">
            <a:solidFill>
              <a:schemeClr val="bg1"/>
            </a:solidFill>
            <a:miter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3749091" y="4055256"/>
            <a:ext cx="4693818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不确定性人工智能  小组</a:t>
            </a:r>
            <a:r>
              <a:rPr kumimoji="1" lang="en-US" altLang="zh-CN" sz="2400" b="0" i="0" u="none" strike="noStrike" kern="1200" cap="none" spc="0" normalizeH="0" baseline="0" noProof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</a:t>
            </a: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标题 1"/>
          <p:cNvSpPr txBox="1"/>
          <p:nvPr/>
        </p:nvSpPr>
        <p:spPr>
          <a:xfrm flipH="1">
            <a:off x="9995058" y="5639841"/>
            <a:ext cx="1672266" cy="549270"/>
          </a:xfrm>
          <a:custGeom>
            <a:avLst/>
            <a:gdLst>
              <a:gd name="connsiteX0" fmla="*/ 64839 w 1108502"/>
              <a:gd name="connsiteY0" fmla="*/ 32419 h 364097"/>
              <a:gd name="connsiteX1" fmla="*/ 32420 w 1108502"/>
              <a:gd name="connsiteY1" fmla="*/ 64839 h 364097"/>
              <a:gd name="connsiteX2" fmla="*/ 0 w 1108502"/>
              <a:gd name="connsiteY2" fmla="*/ 32419 h 364097"/>
              <a:gd name="connsiteX3" fmla="*/ 32420 w 1108502"/>
              <a:gd name="connsiteY3" fmla="*/ 0 h 364097"/>
              <a:gd name="connsiteX4" fmla="*/ 64839 w 1108502"/>
              <a:gd name="connsiteY4" fmla="*/ 32419 h 364097"/>
              <a:gd name="connsiteX5" fmla="*/ 180802 w 1108502"/>
              <a:gd name="connsiteY5" fmla="*/ 1247 h 364097"/>
              <a:gd name="connsiteX6" fmla="*/ 148382 w 1108502"/>
              <a:gd name="connsiteY6" fmla="*/ 33666 h 364097"/>
              <a:gd name="connsiteX7" fmla="*/ 180802 w 1108502"/>
              <a:gd name="connsiteY7" fmla="*/ 66086 h 364097"/>
              <a:gd name="connsiteX8" fmla="*/ 213222 w 1108502"/>
              <a:gd name="connsiteY8" fmla="*/ 33666 h 364097"/>
              <a:gd name="connsiteX9" fmla="*/ 180802 w 1108502"/>
              <a:gd name="connsiteY9" fmla="*/ 1247 h 364097"/>
              <a:gd name="connsiteX10" fmla="*/ 64839 w 1108502"/>
              <a:gd name="connsiteY10" fmla="*/ 182048 h 364097"/>
              <a:gd name="connsiteX11" fmla="*/ 32420 w 1108502"/>
              <a:gd name="connsiteY11" fmla="*/ 149629 h 364097"/>
              <a:gd name="connsiteX12" fmla="*/ 0 w 1108502"/>
              <a:gd name="connsiteY12" fmla="*/ 182048 h 364097"/>
              <a:gd name="connsiteX13" fmla="*/ 32420 w 1108502"/>
              <a:gd name="connsiteY13" fmla="*/ 214468 h 364097"/>
              <a:gd name="connsiteX14" fmla="*/ 64839 w 1108502"/>
              <a:gd name="connsiteY14" fmla="*/ 182048 h 364097"/>
              <a:gd name="connsiteX15" fmla="*/ 330431 w 1108502"/>
              <a:gd name="connsiteY15" fmla="*/ 1247 h 364097"/>
              <a:gd name="connsiteX16" fmla="*/ 298011 w 1108502"/>
              <a:gd name="connsiteY16" fmla="*/ 33666 h 364097"/>
              <a:gd name="connsiteX17" fmla="*/ 330431 w 1108502"/>
              <a:gd name="connsiteY17" fmla="*/ 66086 h 364097"/>
              <a:gd name="connsiteX18" fmla="*/ 362851 w 1108502"/>
              <a:gd name="connsiteY18" fmla="*/ 33666 h 364097"/>
              <a:gd name="connsiteX19" fmla="*/ 330431 w 1108502"/>
              <a:gd name="connsiteY19" fmla="*/ 1247 h 364097"/>
              <a:gd name="connsiteX20" fmla="*/ 480060 w 1108502"/>
              <a:gd name="connsiteY20" fmla="*/ 1247 h 364097"/>
              <a:gd name="connsiteX21" fmla="*/ 447640 w 1108502"/>
              <a:gd name="connsiteY21" fmla="*/ 33666 h 364097"/>
              <a:gd name="connsiteX22" fmla="*/ 480060 w 1108502"/>
              <a:gd name="connsiteY22" fmla="*/ 66086 h 364097"/>
              <a:gd name="connsiteX23" fmla="*/ 512480 w 1108502"/>
              <a:gd name="connsiteY23" fmla="*/ 33666 h 364097"/>
              <a:gd name="connsiteX24" fmla="*/ 480060 w 1108502"/>
              <a:gd name="connsiteY24" fmla="*/ 1247 h 364097"/>
              <a:gd name="connsiteX25" fmla="*/ 628442 w 1108502"/>
              <a:gd name="connsiteY25" fmla="*/ 1247 h 364097"/>
              <a:gd name="connsiteX26" fmla="*/ 596022 w 1108502"/>
              <a:gd name="connsiteY26" fmla="*/ 33666 h 364097"/>
              <a:gd name="connsiteX27" fmla="*/ 628442 w 1108502"/>
              <a:gd name="connsiteY27" fmla="*/ 66086 h 364097"/>
              <a:gd name="connsiteX28" fmla="*/ 660862 w 1108502"/>
              <a:gd name="connsiteY28" fmla="*/ 33666 h 364097"/>
              <a:gd name="connsiteX29" fmla="*/ 628442 w 1108502"/>
              <a:gd name="connsiteY29" fmla="*/ 1247 h 364097"/>
              <a:gd name="connsiteX30" fmla="*/ 778071 w 1108502"/>
              <a:gd name="connsiteY30" fmla="*/ 1247 h 364097"/>
              <a:gd name="connsiteX31" fmla="*/ 745652 w 1108502"/>
              <a:gd name="connsiteY31" fmla="*/ 33666 h 364097"/>
              <a:gd name="connsiteX32" fmla="*/ 778071 w 1108502"/>
              <a:gd name="connsiteY32" fmla="*/ 66086 h 364097"/>
              <a:gd name="connsiteX33" fmla="*/ 810491 w 1108502"/>
              <a:gd name="connsiteY33" fmla="*/ 33666 h 364097"/>
              <a:gd name="connsiteX34" fmla="*/ 778071 w 1108502"/>
              <a:gd name="connsiteY34" fmla="*/ 1247 h 364097"/>
              <a:gd name="connsiteX35" fmla="*/ 926453 w 1108502"/>
              <a:gd name="connsiteY35" fmla="*/ 1247 h 364097"/>
              <a:gd name="connsiteX36" fmla="*/ 894034 w 1108502"/>
              <a:gd name="connsiteY36" fmla="*/ 33666 h 364097"/>
              <a:gd name="connsiteX37" fmla="*/ 926453 w 1108502"/>
              <a:gd name="connsiteY37" fmla="*/ 66086 h 364097"/>
              <a:gd name="connsiteX38" fmla="*/ 958873 w 1108502"/>
              <a:gd name="connsiteY38" fmla="*/ 33666 h 364097"/>
              <a:gd name="connsiteX39" fmla="*/ 926453 w 1108502"/>
              <a:gd name="connsiteY39" fmla="*/ 1247 h 364097"/>
              <a:gd name="connsiteX40" fmla="*/ 1076082 w 1108502"/>
              <a:gd name="connsiteY40" fmla="*/ 1247 h 364097"/>
              <a:gd name="connsiteX41" fmla="*/ 1043663 w 1108502"/>
              <a:gd name="connsiteY41" fmla="*/ 33666 h 364097"/>
              <a:gd name="connsiteX42" fmla="*/ 1076082 w 1108502"/>
              <a:gd name="connsiteY42" fmla="*/ 66086 h 364097"/>
              <a:gd name="connsiteX43" fmla="*/ 1108503 w 1108502"/>
              <a:gd name="connsiteY43" fmla="*/ 33666 h 364097"/>
              <a:gd name="connsiteX44" fmla="*/ 1076082 w 1108502"/>
              <a:gd name="connsiteY44" fmla="*/ 1247 h 364097"/>
              <a:gd name="connsiteX45" fmla="*/ 180802 w 1108502"/>
              <a:gd name="connsiteY45" fmla="*/ 149629 h 364097"/>
              <a:gd name="connsiteX46" fmla="*/ 148382 w 1108502"/>
              <a:gd name="connsiteY46" fmla="*/ 182048 h 364097"/>
              <a:gd name="connsiteX47" fmla="*/ 180802 w 1108502"/>
              <a:gd name="connsiteY47" fmla="*/ 214468 h 364097"/>
              <a:gd name="connsiteX48" fmla="*/ 213222 w 1108502"/>
              <a:gd name="connsiteY48" fmla="*/ 182048 h 364097"/>
              <a:gd name="connsiteX49" fmla="*/ 180802 w 1108502"/>
              <a:gd name="connsiteY49" fmla="*/ 149629 h 364097"/>
              <a:gd name="connsiteX50" fmla="*/ 330431 w 1108502"/>
              <a:gd name="connsiteY50" fmla="*/ 149629 h 364097"/>
              <a:gd name="connsiteX51" fmla="*/ 298011 w 1108502"/>
              <a:gd name="connsiteY51" fmla="*/ 182048 h 364097"/>
              <a:gd name="connsiteX52" fmla="*/ 330431 w 1108502"/>
              <a:gd name="connsiteY52" fmla="*/ 214468 h 364097"/>
              <a:gd name="connsiteX53" fmla="*/ 362851 w 1108502"/>
              <a:gd name="connsiteY53" fmla="*/ 182048 h 364097"/>
              <a:gd name="connsiteX54" fmla="*/ 330431 w 1108502"/>
              <a:gd name="connsiteY54" fmla="*/ 149629 h 364097"/>
              <a:gd name="connsiteX55" fmla="*/ 480060 w 1108502"/>
              <a:gd name="connsiteY55" fmla="*/ 149629 h 364097"/>
              <a:gd name="connsiteX56" fmla="*/ 447640 w 1108502"/>
              <a:gd name="connsiteY56" fmla="*/ 182048 h 364097"/>
              <a:gd name="connsiteX57" fmla="*/ 480060 w 1108502"/>
              <a:gd name="connsiteY57" fmla="*/ 214468 h 364097"/>
              <a:gd name="connsiteX58" fmla="*/ 512480 w 1108502"/>
              <a:gd name="connsiteY58" fmla="*/ 182048 h 364097"/>
              <a:gd name="connsiteX59" fmla="*/ 480060 w 1108502"/>
              <a:gd name="connsiteY59" fmla="*/ 149629 h 364097"/>
              <a:gd name="connsiteX60" fmla="*/ 628442 w 1108502"/>
              <a:gd name="connsiteY60" fmla="*/ 149629 h 364097"/>
              <a:gd name="connsiteX61" fmla="*/ 596022 w 1108502"/>
              <a:gd name="connsiteY61" fmla="*/ 182048 h 364097"/>
              <a:gd name="connsiteX62" fmla="*/ 628442 w 1108502"/>
              <a:gd name="connsiteY62" fmla="*/ 214468 h 364097"/>
              <a:gd name="connsiteX63" fmla="*/ 660862 w 1108502"/>
              <a:gd name="connsiteY63" fmla="*/ 182048 h 364097"/>
              <a:gd name="connsiteX64" fmla="*/ 628442 w 1108502"/>
              <a:gd name="connsiteY64" fmla="*/ 149629 h 364097"/>
              <a:gd name="connsiteX65" fmla="*/ 778071 w 1108502"/>
              <a:gd name="connsiteY65" fmla="*/ 149629 h 364097"/>
              <a:gd name="connsiteX66" fmla="*/ 745652 w 1108502"/>
              <a:gd name="connsiteY66" fmla="*/ 182048 h 364097"/>
              <a:gd name="connsiteX67" fmla="*/ 778071 w 1108502"/>
              <a:gd name="connsiteY67" fmla="*/ 214468 h 364097"/>
              <a:gd name="connsiteX68" fmla="*/ 810491 w 1108502"/>
              <a:gd name="connsiteY68" fmla="*/ 182048 h 364097"/>
              <a:gd name="connsiteX69" fmla="*/ 778071 w 1108502"/>
              <a:gd name="connsiteY69" fmla="*/ 149629 h 364097"/>
              <a:gd name="connsiteX70" fmla="*/ 926453 w 1108502"/>
              <a:gd name="connsiteY70" fmla="*/ 149629 h 364097"/>
              <a:gd name="connsiteX71" fmla="*/ 894034 w 1108502"/>
              <a:gd name="connsiteY71" fmla="*/ 182048 h 364097"/>
              <a:gd name="connsiteX72" fmla="*/ 926453 w 1108502"/>
              <a:gd name="connsiteY72" fmla="*/ 214468 h 364097"/>
              <a:gd name="connsiteX73" fmla="*/ 958873 w 1108502"/>
              <a:gd name="connsiteY73" fmla="*/ 182048 h 364097"/>
              <a:gd name="connsiteX74" fmla="*/ 926453 w 1108502"/>
              <a:gd name="connsiteY74" fmla="*/ 149629 h 364097"/>
              <a:gd name="connsiteX75" fmla="*/ 1076082 w 1108502"/>
              <a:gd name="connsiteY75" fmla="*/ 149629 h 364097"/>
              <a:gd name="connsiteX76" fmla="*/ 1043663 w 1108502"/>
              <a:gd name="connsiteY76" fmla="*/ 182048 h 364097"/>
              <a:gd name="connsiteX77" fmla="*/ 1076082 w 1108502"/>
              <a:gd name="connsiteY77" fmla="*/ 214468 h 364097"/>
              <a:gd name="connsiteX78" fmla="*/ 1108503 w 1108502"/>
              <a:gd name="connsiteY78" fmla="*/ 182048 h 364097"/>
              <a:gd name="connsiteX79" fmla="*/ 1076082 w 1108502"/>
              <a:gd name="connsiteY79" fmla="*/ 149629 h 364097"/>
              <a:gd name="connsiteX80" fmla="*/ 32420 w 1108502"/>
              <a:gd name="connsiteY80" fmla="*/ 299258 h 364097"/>
              <a:gd name="connsiteX81" fmla="*/ 0 w 1108502"/>
              <a:gd name="connsiteY81" fmla="*/ 331678 h 364097"/>
              <a:gd name="connsiteX82" fmla="*/ 32420 w 1108502"/>
              <a:gd name="connsiteY82" fmla="*/ 364097 h 364097"/>
              <a:gd name="connsiteX83" fmla="*/ 64839 w 1108502"/>
              <a:gd name="connsiteY83" fmla="*/ 331678 h 364097"/>
              <a:gd name="connsiteX84" fmla="*/ 32420 w 1108502"/>
              <a:gd name="connsiteY84" fmla="*/ 299258 h 364097"/>
              <a:gd name="connsiteX85" fmla="*/ 180802 w 1108502"/>
              <a:gd name="connsiteY85" fmla="*/ 299258 h 364097"/>
              <a:gd name="connsiteX86" fmla="*/ 148382 w 1108502"/>
              <a:gd name="connsiteY86" fmla="*/ 331678 h 364097"/>
              <a:gd name="connsiteX87" fmla="*/ 180802 w 1108502"/>
              <a:gd name="connsiteY87" fmla="*/ 364097 h 364097"/>
              <a:gd name="connsiteX88" fmla="*/ 213222 w 1108502"/>
              <a:gd name="connsiteY88" fmla="*/ 331678 h 364097"/>
              <a:gd name="connsiteX89" fmla="*/ 180802 w 1108502"/>
              <a:gd name="connsiteY89" fmla="*/ 299258 h 364097"/>
              <a:gd name="connsiteX90" fmla="*/ 330431 w 1108502"/>
              <a:gd name="connsiteY90" fmla="*/ 299258 h 364097"/>
              <a:gd name="connsiteX91" fmla="*/ 298011 w 1108502"/>
              <a:gd name="connsiteY91" fmla="*/ 331678 h 364097"/>
              <a:gd name="connsiteX92" fmla="*/ 330431 w 1108502"/>
              <a:gd name="connsiteY92" fmla="*/ 364097 h 364097"/>
              <a:gd name="connsiteX93" fmla="*/ 362851 w 1108502"/>
              <a:gd name="connsiteY93" fmla="*/ 331678 h 364097"/>
              <a:gd name="connsiteX94" fmla="*/ 330431 w 1108502"/>
              <a:gd name="connsiteY94" fmla="*/ 299258 h 364097"/>
              <a:gd name="connsiteX95" fmla="*/ 480060 w 1108502"/>
              <a:gd name="connsiteY95" fmla="*/ 299258 h 364097"/>
              <a:gd name="connsiteX96" fmla="*/ 447640 w 1108502"/>
              <a:gd name="connsiteY96" fmla="*/ 331678 h 364097"/>
              <a:gd name="connsiteX97" fmla="*/ 480060 w 1108502"/>
              <a:gd name="connsiteY97" fmla="*/ 364097 h 364097"/>
              <a:gd name="connsiteX98" fmla="*/ 512480 w 1108502"/>
              <a:gd name="connsiteY98" fmla="*/ 331678 h 364097"/>
              <a:gd name="connsiteX99" fmla="*/ 480060 w 1108502"/>
              <a:gd name="connsiteY99" fmla="*/ 299258 h 364097"/>
              <a:gd name="connsiteX100" fmla="*/ 628442 w 1108502"/>
              <a:gd name="connsiteY100" fmla="*/ 299258 h 364097"/>
              <a:gd name="connsiteX101" fmla="*/ 596022 w 1108502"/>
              <a:gd name="connsiteY101" fmla="*/ 331678 h 364097"/>
              <a:gd name="connsiteX102" fmla="*/ 628442 w 1108502"/>
              <a:gd name="connsiteY102" fmla="*/ 364097 h 364097"/>
              <a:gd name="connsiteX103" fmla="*/ 660862 w 1108502"/>
              <a:gd name="connsiteY103" fmla="*/ 331678 h 364097"/>
              <a:gd name="connsiteX104" fmla="*/ 628442 w 1108502"/>
              <a:gd name="connsiteY104" fmla="*/ 299258 h 364097"/>
              <a:gd name="connsiteX105" fmla="*/ 778071 w 1108502"/>
              <a:gd name="connsiteY105" fmla="*/ 299258 h 364097"/>
              <a:gd name="connsiteX106" fmla="*/ 745652 w 1108502"/>
              <a:gd name="connsiteY106" fmla="*/ 331678 h 364097"/>
              <a:gd name="connsiteX107" fmla="*/ 778071 w 1108502"/>
              <a:gd name="connsiteY107" fmla="*/ 364097 h 364097"/>
              <a:gd name="connsiteX108" fmla="*/ 810491 w 1108502"/>
              <a:gd name="connsiteY108" fmla="*/ 331678 h 364097"/>
              <a:gd name="connsiteX109" fmla="*/ 778071 w 1108502"/>
              <a:gd name="connsiteY109" fmla="*/ 299258 h 364097"/>
              <a:gd name="connsiteX110" fmla="*/ 926453 w 1108502"/>
              <a:gd name="connsiteY110" fmla="*/ 299258 h 364097"/>
              <a:gd name="connsiteX111" fmla="*/ 894034 w 1108502"/>
              <a:gd name="connsiteY111" fmla="*/ 331678 h 364097"/>
              <a:gd name="connsiteX112" fmla="*/ 926453 w 1108502"/>
              <a:gd name="connsiteY112" fmla="*/ 364097 h 364097"/>
              <a:gd name="connsiteX113" fmla="*/ 958873 w 1108502"/>
              <a:gd name="connsiteY113" fmla="*/ 331678 h 364097"/>
              <a:gd name="connsiteX114" fmla="*/ 926453 w 1108502"/>
              <a:gd name="connsiteY114" fmla="*/ 299258 h 364097"/>
              <a:gd name="connsiteX115" fmla="*/ 1076082 w 1108502"/>
              <a:gd name="connsiteY115" fmla="*/ 299258 h 364097"/>
              <a:gd name="connsiteX116" fmla="*/ 1043663 w 1108502"/>
              <a:gd name="connsiteY116" fmla="*/ 331678 h 364097"/>
              <a:gd name="connsiteX117" fmla="*/ 1076082 w 1108502"/>
              <a:gd name="connsiteY117" fmla="*/ 364097 h 364097"/>
              <a:gd name="connsiteX118" fmla="*/ 1108503 w 1108502"/>
              <a:gd name="connsiteY118" fmla="*/ 331678 h 364097"/>
              <a:gd name="connsiteX119" fmla="*/ 1076082 w 1108502"/>
              <a:gd name="connsiteY119" fmla="*/ 299258 h 364097"/>
            </a:gdLst>
            <a:ahLst/>
            <a:cxnLst/>
            <a:rect l="l" t="t" r="r" b="b"/>
            <a:pathLst>
              <a:path w="1108502" h="364097">
                <a:moveTo>
                  <a:pt x="64839" y="32419"/>
                </a:moveTo>
                <a:cubicBezTo>
                  <a:pt x="64839" y="49876"/>
                  <a:pt x="49876" y="64839"/>
                  <a:pt x="32420" y="64839"/>
                </a:cubicBezTo>
                <a:cubicBezTo>
                  <a:pt x="14963" y="64839"/>
                  <a:pt x="0" y="49876"/>
                  <a:pt x="0" y="32419"/>
                </a:cubicBezTo>
                <a:cubicBezTo>
                  <a:pt x="0" y="14963"/>
                  <a:pt x="14963" y="0"/>
                  <a:pt x="32420" y="0"/>
                </a:cubicBezTo>
                <a:cubicBezTo>
                  <a:pt x="49876" y="1247"/>
                  <a:pt x="64839" y="14963"/>
                  <a:pt x="64839" y="32419"/>
                </a:cubicBezTo>
                <a:close/>
                <a:moveTo>
                  <a:pt x="180802" y="1247"/>
                </a:moveTo>
                <a:cubicBezTo>
                  <a:pt x="163345" y="1247"/>
                  <a:pt x="148382" y="16210"/>
                  <a:pt x="148382" y="33666"/>
                </a:cubicBezTo>
                <a:cubicBezTo>
                  <a:pt x="148382" y="51123"/>
                  <a:pt x="163345" y="66086"/>
                  <a:pt x="180802" y="66086"/>
                </a:cubicBezTo>
                <a:cubicBezTo>
                  <a:pt x="198258" y="66086"/>
                  <a:pt x="213222" y="51123"/>
                  <a:pt x="213222" y="33666"/>
                </a:cubicBezTo>
                <a:cubicBezTo>
                  <a:pt x="213222" y="14963"/>
                  <a:pt x="199505" y="1247"/>
                  <a:pt x="180802" y="1247"/>
                </a:cubicBezTo>
                <a:close/>
                <a:moveTo>
                  <a:pt x="64839" y="182048"/>
                </a:moveTo>
                <a:cubicBezTo>
                  <a:pt x="64839" y="164592"/>
                  <a:pt x="49876" y="149629"/>
                  <a:pt x="32420" y="149629"/>
                </a:cubicBezTo>
                <a:cubicBezTo>
                  <a:pt x="14963" y="149629"/>
                  <a:pt x="0" y="164592"/>
                  <a:pt x="0" y="182048"/>
                </a:cubicBezTo>
                <a:cubicBezTo>
                  <a:pt x="0" y="199505"/>
                  <a:pt x="14963" y="214468"/>
                  <a:pt x="32420" y="214468"/>
                </a:cubicBezTo>
                <a:cubicBezTo>
                  <a:pt x="49876" y="214468"/>
                  <a:pt x="64839" y="199505"/>
                  <a:pt x="64839" y="182048"/>
                </a:cubicBezTo>
                <a:close/>
                <a:moveTo>
                  <a:pt x="330431" y="1247"/>
                </a:moveTo>
                <a:cubicBezTo>
                  <a:pt x="312974" y="1247"/>
                  <a:pt x="298011" y="16210"/>
                  <a:pt x="298011" y="33666"/>
                </a:cubicBezTo>
                <a:cubicBezTo>
                  <a:pt x="298011" y="51123"/>
                  <a:pt x="312974" y="66086"/>
                  <a:pt x="330431" y="66086"/>
                </a:cubicBezTo>
                <a:cubicBezTo>
                  <a:pt x="347888" y="66086"/>
                  <a:pt x="362851" y="51123"/>
                  <a:pt x="362851" y="33666"/>
                </a:cubicBezTo>
                <a:cubicBezTo>
                  <a:pt x="362851" y="14963"/>
                  <a:pt x="347888" y="1247"/>
                  <a:pt x="330431" y="1247"/>
                </a:cubicBezTo>
                <a:close/>
                <a:moveTo>
                  <a:pt x="480060" y="1247"/>
                </a:moveTo>
                <a:cubicBezTo>
                  <a:pt x="462603" y="1247"/>
                  <a:pt x="447640" y="16210"/>
                  <a:pt x="447640" y="33666"/>
                </a:cubicBezTo>
                <a:cubicBezTo>
                  <a:pt x="447640" y="51123"/>
                  <a:pt x="462603" y="66086"/>
                  <a:pt x="480060" y="66086"/>
                </a:cubicBezTo>
                <a:cubicBezTo>
                  <a:pt x="497517" y="66086"/>
                  <a:pt x="512480" y="51123"/>
                  <a:pt x="512480" y="33666"/>
                </a:cubicBezTo>
                <a:cubicBezTo>
                  <a:pt x="511233" y="14963"/>
                  <a:pt x="497517" y="1247"/>
                  <a:pt x="480060" y="1247"/>
                </a:cubicBezTo>
                <a:close/>
                <a:moveTo>
                  <a:pt x="628442" y="1247"/>
                </a:moveTo>
                <a:cubicBezTo>
                  <a:pt x="610985" y="1247"/>
                  <a:pt x="596022" y="16210"/>
                  <a:pt x="596022" y="33666"/>
                </a:cubicBezTo>
                <a:cubicBezTo>
                  <a:pt x="596022" y="51123"/>
                  <a:pt x="610985" y="66086"/>
                  <a:pt x="628442" y="66086"/>
                </a:cubicBezTo>
                <a:cubicBezTo>
                  <a:pt x="645899" y="66086"/>
                  <a:pt x="660862" y="51123"/>
                  <a:pt x="660862" y="33666"/>
                </a:cubicBezTo>
                <a:cubicBezTo>
                  <a:pt x="660862" y="14963"/>
                  <a:pt x="645899" y="1247"/>
                  <a:pt x="628442" y="1247"/>
                </a:cubicBezTo>
                <a:close/>
                <a:moveTo>
                  <a:pt x="778071" y="1247"/>
                </a:moveTo>
                <a:cubicBezTo>
                  <a:pt x="760615" y="1247"/>
                  <a:pt x="745652" y="16210"/>
                  <a:pt x="745652" y="33666"/>
                </a:cubicBezTo>
                <a:cubicBezTo>
                  <a:pt x="745652" y="51123"/>
                  <a:pt x="760615" y="66086"/>
                  <a:pt x="778071" y="66086"/>
                </a:cubicBezTo>
                <a:cubicBezTo>
                  <a:pt x="795528" y="66086"/>
                  <a:pt x="810491" y="51123"/>
                  <a:pt x="810491" y="33666"/>
                </a:cubicBezTo>
                <a:cubicBezTo>
                  <a:pt x="809244" y="14963"/>
                  <a:pt x="795528" y="1247"/>
                  <a:pt x="778071" y="1247"/>
                </a:cubicBezTo>
                <a:close/>
                <a:moveTo>
                  <a:pt x="926453" y="1247"/>
                </a:moveTo>
                <a:cubicBezTo>
                  <a:pt x="908997" y="1247"/>
                  <a:pt x="894034" y="16210"/>
                  <a:pt x="894034" y="33666"/>
                </a:cubicBezTo>
                <a:cubicBezTo>
                  <a:pt x="894034" y="51123"/>
                  <a:pt x="908997" y="66086"/>
                  <a:pt x="926453" y="66086"/>
                </a:cubicBezTo>
                <a:cubicBezTo>
                  <a:pt x="943910" y="66086"/>
                  <a:pt x="958873" y="51123"/>
                  <a:pt x="958873" y="33666"/>
                </a:cubicBezTo>
                <a:cubicBezTo>
                  <a:pt x="958873" y="14963"/>
                  <a:pt x="943910" y="1247"/>
                  <a:pt x="926453" y="1247"/>
                </a:cubicBezTo>
                <a:close/>
                <a:moveTo>
                  <a:pt x="1076082" y="1247"/>
                </a:moveTo>
                <a:cubicBezTo>
                  <a:pt x="1058626" y="1247"/>
                  <a:pt x="1043663" y="16210"/>
                  <a:pt x="1043663" y="33666"/>
                </a:cubicBezTo>
                <a:cubicBezTo>
                  <a:pt x="1043663" y="51123"/>
                  <a:pt x="1058626" y="66086"/>
                  <a:pt x="1076082" y="66086"/>
                </a:cubicBezTo>
                <a:cubicBezTo>
                  <a:pt x="1093539" y="66086"/>
                  <a:pt x="1108503" y="51123"/>
                  <a:pt x="1108503" y="33666"/>
                </a:cubicBezTo>
                <a:cubicBezTo>
                  <a:pt x="1107255" y="14963"/>
                  <a:pt x="1093539" y="1247"/>
                  <a:pt x="1076082" y="1247"/>
                </a:cubicBezTo>
                <a:close/>
                <a:moveTo>
                  <a:pt x="180802" y="149629"/>
                </a:moveTo>
                <a:cubicBezTo>
                  <a:pt x="163345" y="149629"/>
                  <a:pt x="148382" y="164592"/>
                  <a:pt x="148382" y="182048"/>
                </a:cubicBezTo>
                <a:cubicBezTo>
                  <a:pt x="148382" y="199505"/>
                  <a:pt x="163345" y="214468"/>
                  <a:pt x="180802" y="214468"/>
                </a:cubicBezTo>
                <a:cubicBezTo>
                  <a:pt x="198258" y="214468"/>
                  <a:pt x="213222" y="199505"/>
                  <a:pt x="213222" y="182048"/>
                </a:cubicBezTo>
                <a:cubicBezTo>
                  <a:pt x="213222" y="164592"/>
                  <a:pt x="199505" y="149629"/>
                  <a:pt x="180802" y="149629"/>
                </a:cubicBezTo>
                <a:close/>
                <a:moveTo>
                  <a:pt x="330431" y="149629"/>
                </a:moveTo>
                <a:cubicBezTo>
                  <a:pt x="312974" y="149629"/>
                  <a:pt x="298011" y="164592"/>
                  <a:pt x="298011" y="182048"/>
                </a:cubicBezTo>
                <a:cubicBezTo>
                  <a:pt x="298011" y="199505"/>
                  <a:pt x="312974" y="214468"/>
                  <a:pt x="330431" y="214468"/>
                </a:cubicBezTo>
                <a:cubicBezTo>
                  <a:pt x="347888" y="214468"/>
                  <a:pt x="362851" y="199505"/>
                  <a:pt x="362851" y="182048"/>
                </a:cubicBezTo>
                <a:cubicBezTo>
                  <a:pt x="362851" y="164592"/>
                  <a:pt x="347888" y="149629"/>
                  <a:pt x="330431" y="149629"/>
                </a:cubicBezTo>
                <a:close/>
                <a:moveTo>
                  <a:pt x="480060" y="149629"/>
                </a:moveTo>
                <a:cubicBezTo>
                  <a:pt x="462603" y="149629"/>
                  <a:pt x="447640" y="164592"/>
                  <a:pt x="447640" y="182048"/>
                </a:cubicBezTo>
                <a:cubicBezTo>
                  <a:pt x="447640" y="199505"/>
                  <a:pt x="462603" y="214468"/>
                  <a:pt x="480060" y="214468"/>
                </a:cubicBezTo>
                <a:cubicBezTo>
                  <a:pt x="497517" y="214468"/>
                  <a:pt x="512480" y="199505"/>
                  <a:pt x="512480" y="182048"/>
                </a:cubicBezTo>
                <a:cubicBezTo>
                  <a:pt x="512480" y="164592"/>
                  <a:pt x="497517" y="149629"/>
                  <a:pt x="480060" y="149629"/>
                </a:cubicBezTo>
                <a:close/>
                <a:moveTo>
                  <a:pt x="628442" y="149629"/>
                </a:moveTo>
                <a:cubicBezTo>
                  <a:pt x="610985" y="149629"/>
                  <a:pt x="596022" y="164592"/>
                  <a:pt x="596022" y="182048"/>
                </a:cubicBezTo>
                <a:cubicBezTo>
                  <a:pt x="596022" y="199505"/>
                  <a:pt x="610985" y="214468"/>
                  <a:pt x="628442" y="214468"/>
                </a:cubicBezTo>
                <a:cubicBezTo>
                  <a:pt x="645899" y="214468"/>
                  <a:pt x="660862" y="199505"/>
                  <a:pt x="660862" y="182048"/>
                </a:cubicBezTo>
                <a:cubicBezTo>
                  <a:pt x="660862" y="164592"/>
                  <a:pt x="645899" y="149629"/>
                  <a:pt x="628442" y="149629"/>
                </a:cubicBezTo>
                <a:close/>
                <a:moveTo>
                  <a:pt x="778071" y="149629"/>
                </a:moveTo>
                <a:cubicBezTo>
                  <a:pt x="760615" y="149629"/>
                  <a:pt x="745652" y="164592"/>
                  <a:pt x="745652" y="182048"/>
                </a:cubicBezTo>
                <a:cubicBezTo>
                  <a:pt x="745652" y="199505"/>
                  <a:pt x="760615" y="214468"/>
                  <a:pt x="778071" y="214468"/>
                </a:cubicBezTo>
                <a:cubicBezTo>
                  <a:pt x="795528" y="214468"/>
                  <a:pt x="810491" y="199505"/>
                  <a:pt x="810491" y="182048"/>
                </a:cubicBezTo>
                <a:cubicBezTo>
                  <a:pt x="810491" y="164592"/>
                  <a:pt x="795528" y="149629"/>
                  <a:pt x="778071" y="149629"/>
                </a:cubicBezTo>
                <a:close/>
                <a:moveTo>
                  <a:pt x="926453" y="149629"/>
                </a:moveTo>
                <a:cubicBezTo>
                  <a:pt x="908997" y="149629"/>
                  <a:pt x="894034" y="164592"/>
                  <a:pt x="894034" y="182048"/>
                </a:cubicBezTo>
                <a:cubicBezTo>
                  <a:pt x="894034" y="199505"/>
                  <a:pt x="908997" y="214468"/>
                  <a:pt x="926453" y="214468"/>
                </a:cubicBezTo>
                <a:cubicBezTo>
                  <a:pt x="943910" y="214468"/>
                  <a:pt x="958873" y="199505"/>
                  <a:pt x="958873" y="182048"/>
                </a:cubicBezTo>
                <a:cubicBezTo>
                  <a:pt x="958873" y="164592"/>
                  <a:pt x="943910" y="149629"/>
                  <a:pt x="926453" y="149629"/>
                </a:cubicBezTo>
                <a:close/>
                <a:moveTo>
                  <a:pt x="1076082" y="149629"/>
                </a:moveTo>
                <a:cubicBezTo>
                  <a:pt x="1058626" y="149629"/>
                  <a:pt x="1043663" y="164592"/>
                  <a:pt x="1043663" y="182048"/>
                </a:cubicBezTo>
                <a:cubicBezTo>
                  <a:pt x="1043663" y="199505"/>
                  <a:pt x="1058626" y="214468"/>
                  <a:pt x="1076082" y="214468"/>
                </a:cubicBezTo>
                <a:cubicBezTo>
                  <a:pt x="1093539" y="214468"/>
                  <a:pt x="1108503" y="199505"/>
                  <a:pt x="1108503" y="182048"/>
                </a:cubicBezTo>
                <a:cubicBezTo>
                  <a:pt x="1108503" y="164592"/>
                  <a:pt x="1093539" y="149629"/>
                  <a:pt x="1076082" y="149629"/>
                </a:cubicBezTo>
                <a:close/>
                <a:moveTo>
                  <a:pt x="32420" y="299258"/>
                </a:moveTo>
                <a:cubicBezTo>
                  <a:pt x="14963" y="299258"/>
                  <a:pt x="0" y="314221"/>
                  <a:pt x="0" y="331678"/>
                </a:cubicBezTo>
                <a:cubicBezTo>
                  <a:pt x="0" y="349135"/>
                  <a:pt x="14963" y="364097"/>
                  <a:pt x="32420" y="364097"/>
                </a:cubicBezTo>
                <a:cubicBezTo>
                  <a:pt x="49876" y="364097"/>
                  <a:pt x="64839" y="349135"/>
                  <a:pt x="64839" y="331678"/>
                </a:cubicBezTo>
                <a:cubicBezTo>
                  <a:pt x="64839" y="314221"/>
                  <a:pt x="49876" y="299258"/>
                  <a:pt x="32420" y="299258"/>
                </a:cubicBezTo>
                <a:close/>
                <a:moveTo>
                  <a:pt x="180802" y="299258"/>
                </a:moveTo>
                <a:cubicBezTo>
                  <a:pt x="163345" y="299258"/>
                  <a:pt x="148382" y="314221"/>
                  <a:pt x="148382" y="331678"/>
                </a:cubicBezTo>
                <a:cubicBezTo>
                  <a:pt x="148382" y="349135"/>
                  <a:pt x="163345" y="364097"/>
                  <a:pt x="180802" y="364097"/>
                </a:cubicBezTo>
                <a:cubicBezTo>
                  <a:pt x="198258" y="364097"/>
                  <a:pt x="213222" y="349135"/>
                  <a:pt x="213222" y="331678"/>
                </a:cubicBezTo>
                <a:cubicBezTo>
                  <a:pt x="213222" y="314221"/>
                  <a:pt x="199505" y="299258"/>
                  <a:pt x="180802" y="299258"/>
                </a:cubicBezTo>
                <a:close/>
                <a:moveTo>
                  <a:pt x="330431" y="299258"/>
                </a:moveTo>
                <a:cubicBezTo>
                  <a:pt x="312974" y="299258"/>
                  <a:pt x="298011" y="314221"/>
                  <a:pt x="298011" y="331678"/>
                </a:cubicBezTo>
                <a:cubicBezTo>
                  <a:pt x="298011" y="349135"/>
                  <a:pt x="312974" y="364097"/>
                  <a:pt x="330431" y="364097"/>
                </a:cubicBezTo>
                <a:cubicBezTo>
                  <a:pt x="347888" y="364097"/>
                  <a:pt x="362851" y="349135"/>
                  <a:pt x="362851" y="331678"/>
                </a:cubicBezTo>
                <a:cubicBezTo>
                  <a:pt x="362851" y="314221"/>
                  <a:pt x="347888" y="299258"/>
                  <a:pt x="330431" y="299258"/>
                </a:cubicBezTo>
                <a:close/>
                <a:moveTo>
                  <a:pt x="480060" y="299258"/>
                </a:moveTo>
                <a:cubicBezTo>
                  <a:pt x="462603" y="299258"/>
                  <a:pt x="447640" y="314221"/>
                  <a:pt x="447640" y="331678"/>
                </a:cubicBezTo>
                <a:cubicBezTo>
                  <a:pt x="447640" y="349135"/>
                  <a:pt x="462603" y="364097"/>
                  <a:pt x="480060" y="364097"/>
                </a:cubicBezTo>
                <a:cubicBezTo>
                  <a:pt x="497517" y="364097"/>
                  <a:pt x="512480" y="349135"/>
                  <a:pt x="512480" y="331678"/>
                </a:cubicBezTo>
                <a:cubicBezTo>
                  <a:pt x="512480" y="314221"/>
                  <a:pt x="497517" y="299258"/>
                  <a:pt x="480060" y="299258"/>
                </a:cubicBezTo>
                <a:close/>
                <a:moveTo>
                  <a:pt x="628442" y="299258"/>
                </a:moveTo>
                <a:cubicBezTo>
                  <a:pt x="610985" y="299258"/>
                  <a:pt x="596022" y="314221"/>
                  <a:pt x="596022" y="331678"/>
                </a:cubicBezTo>
                <a:cubicBezTo>
                  <a:pt x="596022" y="349135"/>
                  <a:pt x="610985" y="364097"/>
                  <a:pt x="628442" y="364097"/>
                </a:cubicBezTo>
                <a:cubicBezTo>
                  <a:pt x="645899" y="364097"/>
                  <a:pt x="660862" y="349135"/>
                  <a:pt x="660862" y="331678"/>
                </a:cubicBezTo>
                <a:cubicBezTo>
                  <a:pt x="660862" y="314221"/>
                  <a:pt x="645899" y="299258"/>
                  <a:pt x="628442" y="299258"/>
                </a:cubicBezTo>
                <a:close/>
                <a:moveTo>
                  <a:pt x="778071" y="299258"/>
                </a:moveTo>
                <a:cubicBezTo>
                  <a:pt x="760615" y="299258"/>
                  <a:pt x="745652" y="314221"/>
                  <a:pt x="745652" y="331678"/>
                </a:cubicBezTo>
                <a:cubicBezTo>
                  <a:pt x="745652" y="349135"/>
                  <a:pt x="760615" y="364097"/>
                  <a:pt x="778071" y="364097"/>
                </a:cubicBezTo>
                <a:cubicBezTo>
                  <a:pt x="795528" y="364097"/>
                  <a:pt x="810491" y="349135"/>
                  <a:pt x="810491" y="331678"/>
                </a:cubicBezTo>
                <a:cubicBezTo>
                  <a:pt x="810491" y="314221"/>
                  <a:pt x="795528" y="299258"/>
                  <a:pt x="778071" y="299258"/>
                </a:cubicBezTo>
                <a:close/>
                <a:moveTo>
                  <a:pt x="926453" y="299258"/>
                </a:moveTo>
                <a:cubicBezTo>
                  <a:pt x="908997" y="299258"/>
                  <a:pt x="894034" y="314221"/>
                  <a:pt x="894034" y="331678"/>
                </a:cubicBezTo>
                <a:cubicBezTo>
                  <a:pt x="894034" y="349135"/>
                  <a:pt x="908997" y="364097"/>
                  <a:pt x="926453" y="364097"/>
                </a:cubicBezTo>
                <a:cubicBezTo>
                  <a:pt x="943910" y="364097"/>
                  <a:pt x="958873" y="349135"/>
                  <a:pt x="958873" y="331678"/>
                </a:cubicBezTo>
                <a:cubicBezTo>
                  <a:pt x="958873" y="314221"/>
                  <a:pt x="943910" y="299258"/>
                  <a:pt x="926453" y="299258"/>
                </a:cubicBezTo>
                <a:close/>
                <a:moveTo>
                  <a:pt x="1076082" y="299258"/>
                </a:moveTo>
                <a:cubicBezTo>
                  <a:pt x="1058626" y="299258"/>
                  <a:pt x="1043663" y="314221"/>
                  <a:pt x="1043663" y="331678"/>
                </a:cubicBezTo>
                <a:cubicBezTo>
                  <a:pt x="1043663" y="349135"/>
                  <a:pt x="1058626" y="364097"/>
                  <a:pt x="1076082" y="364097"/>
                </a:cubicBezTo>
                <a:cubicBezTo>
                  <a:pt x="1093539" y="364097"/>
                  <a:pt x="1108503" y="349135"/>
                  <a:pt x="1108503" y="331678"/>
                </a:cubicBezTo>
                <a:cubicBezTo>
                  <a:pt x="1108503" y="314221"/>
                  <a:pt x="1093539" y="299258"/>
                  <a:pt x="1076082" y="299258"/>
                </a:cubicBezTo>
                <a:close/>
              </a:path>
            </a:pathLst>
          </a:custGeom>
          <a:solidFill>
            <a:schemeClr val="accent1"/>
          </a:solidFill>
          <a:ln w="12468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标题 1"/>
          <p:cNvSpPr txBox="1"/>
          <p:nvPr/>
        </p:nvSpPr>
        <p:spPr>
          <a:xfrm>
            <a:off x="4053534" y="4989394"/>
            <a:ext cx="400453" cy="400453"/>
          </a:xfrm>
          <a:prstGeom prst="ellipse">
            <a:avLst/>
          </a:prstGeom>
          <a:solidFill>
            <a:schemeClr val="accent1"/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标题 1"/>
          <p:cNvSpPr txBox="1"/>
          <p:nvPr/>
        </p:nvSpPr>
        <p:spPr>
          <a:xfrm>
            <a:off x="4144464" y="5073840"/>
            <a:ext cx="213768" cy="231561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ahLst/>
            <a:cxnLst/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标题 1"/>
          <p:cNvSpPr txBox="1"/>
          <p:nvPr/>
        </p:nvSpPr>
        <p:spPr>
          <a:xfrm>
            <a:off x="4581023" y="4743384"/>
            <a:ext cx="3607270" cy="1352416"/>
          </a:xfrm>
          <a:prstGeom prst="rect">
            <a:avLst/>
          </a:prstGeom>
          <a:noFill/>
          <a:ln w="1905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0" i="0" u="none" strike="noStrike" kern="1200" cap="none" spc="0" normalizeH="0" baseline="0" noProof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"/>
              </a:rPr>
              <a:t>小组成员</a:t>
            </a:r>
            <a:r>
              <a:rPr kumimoji="1" lang="en-US" altLang="zh-CN" sz="1600" b="0" i="0" u="none" strike="noStrike" kern="1200" cap="none" spc="0" normalizeH="0" baseline="0" noProof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"/>
              </a:rPr>
              <a:t>：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"/>
              </a:rPr>
              <a:t>B22080415</a:t>
            </a:r>
            <a:r>
              <a:rPr kumimoji="1" lang="zh-CN" altLang="en-US" sz="1600" b="0" i="0" u="none" strike="noStrike" kern="1200" cap="none" spc="0" normalizeH="0" baseline="0" noProof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"/>
              </a:rPr>
              <a:t>吴文韬  </a:t>
            </a:r>
            <a:r>
              <a:rPr kumimoji="1" lang="en-US" altLang="zh-CN" sz="1600" b="0" i="0" u="none" strike="noStrike" kern="1200" cap="none" spc="0" normalizeH="0" baseline="0" noProof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"/>
              </a:rPr>
              <a:t>B22080417</a:t>
            </a:r>
            <a:r>
              <a:rPr kumimoji="1" lang="zh-CN" altLang="en-US" sz="1600" b="0" i="0" u="none" strike="noStrike" kern="1200" cap="none" spc="0" normalizeH="0" baseline="0" noProof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"/>
              </a:rPr>
              <a:t>张祎昊</a:t>
            </a:r>
            <a:endParaRPr kumimoji="1" lang="en-US" altLang="zh-CN" sz="1600" b="0" i="0" u="none" strike="noStrike" kern="1200" cap="none" spc="0" normalizeH="0" baseline="0" noProof="0">
              <a:ln w="12700">
                <a:noFill/>
              </a:ln>
              <a:solidFill>
                <a:srgbClr val="000000">
                  <a:alpha val="10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Source Han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"/>
              </a:rPr>
              <a:t>B22080412</a:t>
            </a:r>
            <a:r>
              <a:rPr kumimoji="1" lang="zh-CN" altLang="en-US" sz="1600" b="0" i="0" u="none" strike="noStrike" kern="1200" cap="none" spc="0" normalizeH="0" baseline="0" noProof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"/>
              </a:rPr>
              <a:t>刘恒瑜  </a:t>
            </a:r>
            <a:r>
              <a:rPr kumimoji="1" lang="en-US" altLang="zh-CN" sz="1600" b="0" i="0" u="none" strike="noStrike" kern="1200" cap="none" spc="0" normalizeH="0" baseline="0" noProof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"/>
              </a:rPr>
              <a:t>B22080408</a:t>
            </a:r>
            <a:r>
              <a:rPr kumimoji="1" lang="zh-CN" altLang="en-US" sz="1600" b="0" i="0" u="none" strike="noStrike" kern="1200" cap="none" spc="0" normalizeH="0" baseline="0" noProof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"/>
              </a:rPr>
              <a:t>马晨哲  </a:t>
            </a:r>
            <a:endParaRPr kumimoji="1" lang="en-US" altLang="zh-CN" sz="1600" b="0" i="0" u="none" strike="noStrike" kern="1200" cap="none" spc="0" normalizeH="0" baseline="0" noProof="0">
              <a:ln w="12700">
                <a:noFill/>
              </a:ln>
              <a:solidFill>
                <a:srgbClr val="000000">
                  <a:alpha val="10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Source Han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"/>
              </a:rPr>
              <a:t>B22080413</a:t>
            </a:r>
            <a:r>
              <a:rPr kumimoji="1" lang="zh-CN" altLang="en-US" sz="1600" b="0" i="0" u="none" strike="noStrike" kern="1200" cap="none" spc="0" normalizeH="0" baseline="0" noProof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"/>
              </a:rPr>
              <a:t>危煜钦  </a:t>
            </a:r>
            <a:r>
              <a:rPr kumimoji="1" lang="en-US" altLang="zh-CN" sz="1600" b="0" i="0" u="none" strike="noStrike" kern="1200" cap="none" spc="0" normalizeH="0" baseline="0" noProof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"/>
              </a:rPr>
              <a:t>B22080410</a:t>
            </a:r>
            <a:r>
              <a:rPr kumimoji="1" lang="zh-CN" altLang="en-US" sz="1600" b="0" i="0" u="none" strike="noStrike" kern="1200" cap="none" spc="0" normalizeH="0" baseline="0" noProof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"/>
              </a:rPr>
              <a:t>王周金</a:t>
            </a: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-18288" y="0"/>
            <a:ext cx="12228576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99000">
                <a:schemeClr val="accent1">
                  <a:lumMod val="20000"/>
                  <a:lumOff val="80000"/>
                </a:schemeClr>
              </a:gs>
            </a:gsLst>
            <a:lin ang="6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808693" y="1455234"/>
            <a:ext cx="3947532" cy="3947532"/>
          </a:xfrm>
          <a:prstGeom prst="ellipse">
            <a:avLst/>
          </a:prstGeom>
          <a:noFill/>
          <a:ln w="12700" cap="sq">
            <a:solidFill>
              <a:schemeClr val="bg1">
                <a:lumMod val="75000"/>
              </a:schemeClr>
            </a:solidFill>
            <a:miter/>
            <a:headEnd type="none" w="sm" len="sm"/>
            <a:tailEnd type="oval" w="sm" len="sm"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1377406" y="2023947"/>
            <a:ext cx="2810106" cy="2810106"/>
          </a:xfrm>
          <a:prstGeom prst="ellipse">
            <a:avLst/>
          </a:prstGeom>
          <a:solidFill>
            <a:schemeClr val="accent1"/>
          </a:solidFill>
          <a:ln w="12700" cap="rnd">
            <a:noFill/>
            <a:round/>
          </a:ln>
          <a:effectLst/>
        </p:spPr>
        <p:txBody>
          <a:bodyPr vert="horz" wrap="non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1744614" y="2714948"/>
            <a:ext cx="2075690" cy="92351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6600" b="0" i="0" u="none" strike="noStrike" kern="1200" cap="none" spc="0" normalizeH="0" baseline="0" noProof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"/>
              </a:rPr>
              <a:t>目 录</a:t>
            </a: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1744614" y="3695610"/>
            <a:ext cx="2075690" cy="40452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"/>
              </a:rPr>
              <a:t>CONTENTS</a:t>
            </a: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5193406" y="1657909"/>
            <a:ext cx="713810" cy="713810"/>
          </a:xfrm>
          <a:prstGeom prst="ellipse">
            <a:avLst/>
          </a:prstGeom>
          <a:solidFill>
            <a:schemeClr val="accent2"/>
          </a:solidFill>
          <a:ln w="12700" cap="rnd">
            <a:noFill/>
            <a:round/>
          </a:ln>
          <a:effectLst/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5394830" y="1859334"/>
            <a:ext cx="310962" cy="310960"/>
          </a:xfrm>
          <a:custGeom>
            <a:avLst/>
            <a:gdLst>
              <a:gd name="connsiteX0" fmla="*/ 438553 w 720000"/>
              <a:gd name="connsiteY0" fmla="*/ 189601 h 720000"/>
              <a:gd name="connsiteX1" fmla="*/ 503636 w 720000"/>
              <a:gd name="connsiteY1" fmla="*/ 216365 h 720000"/>
              <a:gd name="connsiteX2" fmla="*/ 503636 w 720000"/>
              <a:gd name="connsiteY2" fmla="*/ 346445 h 720000"/>
              <a:gd name="connsiteX3" fmla="*/ 362260 w 720000"/>
              <a:gd name="connsiteY3" fmla="*/ 487907 h 720000"/>
              <a:gd name="connsiteX4" fmla="*/ 191861 w 720000"/>
              <a:gd name="connsiteY4" fmla="*/ 528226 h 720000"/>
              <a:gd name="connsiteX5" fmla="*/ 232180 w 720000"/>
              <a:gd name="connsiteY5" fmla="*/ 357827 h 720000"/>
              <a:gd name="connsiteX6" fmla="*/ 373556 w 720000"/>
              <a:gd name="connsiteY6" fmla="*/ 216452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339581 w 720000"/>
              <a:gd name="connsiteY9" fmla="*/ 182476 h 720000"/>
              <a:gd name="connsiteX10" fmla="*/ 198205 w 720000"/>
              <a:gd name="connsiteY10" fmla="*/ 323852 h 720000"/>
              <a:gd name="connsiteX11" fmla="*/ 141637 w 720000"/>
              <a:gd name="connsiteY11" fmla="*/ 578364 h 720000"/>
              <a:gd name="connsiteX12" fmla="*/ 396149 w 720000"/>
              <a:gd name="connsiteY12" fmla="*/ 521796 h 720000"/>
              <a:gd name="connsiteX13" fmla="*/ 537524 w 720000"/>
              <a:gd name="connsiteY13" fmla="*/ 380420 h 720000"/>
              <a:gd name="connsiteX14" fmla="*/ 537524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0 h 720000"/>
              <a:gd name="connsiteX17" fmla="*/ 600000 w 720000"/>
              <a:gd name="connsiteY17" fmla="*/ 0 h 720000"/>
              <a:gd name="connsiteX18" fmla="*/ 720000 w 720000"/>
              <a:gd name="connsiteY18" fmla="*/ 120000 h 720000"/>
              <a:gd name="connsiteX19" fmla="*/ 720000 w 720000"/>
              <a:gd name="connsiteY19" fmla="*/ 600000 h 720000"/>
              <a:gd name="connsiteX20" fmla="*/ 600000 w 720000"/>
              <a:gd name="connsiteY20" fmla="*/ 720000 h 720000"/>
              <a:gd name="connsiteX21" fmla="*/ 120000 w 720000"/>
              <a:gd name="connsiteY21" fmla="*/ 720000 h 720000"/>
              <a:gd name="connsiteX22" fmla="*/ 0 w 720000"/>
              <a:gd name="connsiteY22" fmla="*/ 600000 h 720000"/>
              <a:gd name="connsiteX23" fmla="*/ 0 w 720000"/>
              <a:gd name="connsiteY23" fmla="*/ 120000 h 720000"/>
              <a:gd name="connsiteX24" fmla="*/ 120000 w 720000"/>
              <a:gd name="connsiteY24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 w="57150" cap="rnd">
            <a:noFill/>
            <a:round/>
          </a:ln>
          <a:effectLst/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6176400" y="1614920"/>
            <a:ext cx="4680000" cy="79978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1" i="0" u="none" strike="noStrike" kern="1200" cap="none" spc="0" normalizeH="0" baseline="0" noProof="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"/>
              </a:rPr>
              <a:t>理论基础与关键技术</a:t>
            </a: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5712779" y="2600700"/>
            <a:ext cx="713810" cy="713810"/>
          </a:xfrm>
          <a:prstGeom prst="ellipse">
            <a:avLst/>
          </a:prstGeom>
          <a:solidFill>
            <a:schemeClr val="accent2"/>
          </a:solidFill>
          <a:ln w="12700" cap="rnd">
            <a:noFill/>
            <a:round/>
          </a:ln>
          <a:effectLst/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5927897" y="2804016"/>
            <a:ext cx="283574" cy="307178"/>
          </a:xfrm>
          <a:custGeom>
            <a:avLst/>
            <a:gdLst>
              <a:gd name="connsiteX0" fmla="*/ 332293 w 664672"/>
              <a:gd name="connsiteY0" fmla="*/ 387672 h 720001"/>
              <a:gd name="connsiteX1" fmla="*/ 660804 w 664672"/>
              <a:gd name="connsiteY1" fmla="*/ 598902 h 720001"/>
              <a:gd name="connsiteX2" fmla="*/ 563560 w 664672"/>
              <a:gd name="connsiteY2" fmla="*/ 720001 h 720001"/>
              <a:gd name="connsiteX3" fmla="*/ 101112 w 664672"/>
              <a:gd name="connsiteY3" fmla="*/ 720001 h 720001"/>
              <a:gd name="connsiteX4" fmla="*/ 3868 w 664672"/>
              <a:gd name="connsiteY4" fmla="*/ 598902 h 720001"/>
              <a:gd name="connsiteX5" fmla="*/ 332293 w 664672"/>
              <a:gd name="connsiteY5" fmla="*/ 387672 h 720001"/>
              <a:gd name="connsiteX6" fmla="*/ 332293 w 664672"/>
              <a:gd name="connsiteY6" fmla="*/ 0 h 720001"/>
              <a:gd name="connsiteX7" fmla="*/ 509517 w 664672"/>
              <a:gd name="connsiteY7" fmla="*/ 177224 h 720001"/>
              <a:gd name="connsiteX8" fmla="*/ 332293 w 664672"/>
              <a:gd name="connsiteY8" fmla="*/ 354448 h 720001"/>
              <a:gd name="connsiteX9" fmla="*/ 155069 w 664672"/>
              <a:gd name="connsiteY9" fmla="*/ 177224 h 720001"/>
              <a:gd name="connsiteX10" fmla="*/ 332293 w 664672"/>
              <a:gd name="connsiteY10" fmla="*/ 0 h 720001"/>
            </a:gdLst>
            <a:ahLst/>
            <a:cxnLst/>
            <a:rect l="l" t="t" r="r" b="b"/>
            <a:pathLst>
              <a:path w="664672" h="720001">
                <a:moveTo>
                  <a:pt x="332293" y="387672"/>
                </a:moveTo>
                <a:cubicBezTo>
                  <a:pt x="550549" y="387672"/>
                  <a:pt x="628448" y="491162"/>
                  <a:pt x="660804" y="598902"/>
                </a:cubicBezTo>
                <a:cubicBezTo>
                  <a:pt x="679021" y="659624"/>
                  <a:pt x="630616" y="720001"/>
                  <a:pt x="563560" y="720001"/>
                </a:cubicBezTo>
                <a:lnTo>
                  <a:pt x="101112" y="720001"/>
                </a:lnTo>
                <a:cubicBezTo>
                  <a:pt x="34057" y="720001"/>
                  <a:pt x="-14348" y="659624"/>
                  <a:pt x="3868" y="598902"/>
                </a:cubicBezTo>
                <a:cubicBezTo>
                  <a:pt x="36138" y="491162"/>
                  <a:pt x="114037" y="387672"/>
                  <a:pt x="332293" y="387672"/>
                </a:cubicBezTo>
                <a:close/>
                <a:moveTo>
                  <a:pt x="332293" y="0"/>
                </a:moveTo>
                <a:cubicBezTo>
                  <a:pt x="430230" y="0"/>
                  <a:pt x="509604" y="79287"/>
                  <a:pt x="509517" y="177224"/>
                </a:cubicBezTo>
                <a:cubicBezTo>
                  <a:pt x="509517" y="275074"/>
                  <a:pt x="430144" y="354448"/>
                  <a:pt x="332293" y="354448"/>
                </a:cubicBezTo>
                <a:cubicBezTo>
                  <a:pt x="234442" y="354448"/>
                  <a:pt x="155069" y="275074"/>
                  <a:pt x="155069" y="177224"/>
                </a:cubicBezTo>
                <a:cubicBezTo>
                  <a:pt x="155069" y="79287"/>
                  <a:pt x="234442" y="0"/>
                  <a:pt x="33229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57150" cap="rnd">
            <a:noFill/>
            <a:round/>
          </a:ln>
          <a:effectLst/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标题 1"/>
          <p:cNvSpPr txBox="1"/>
          <p:nvPr/>
        </p:nvSpPr>
        <p:spPr>
          <a:xfrm>
            <a:off x="6690606" y="2557711"/>
            <a:ext cx="4680000" cy="79978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1" i="0" u="none" strike="noStrike" kern="1200" cap="none" spc="0" normalizeH="0" baseline="0" noProof="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"/>
              </a:rPr>
              <a:t>模型设计与算法实现</a:t>
            </a: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5193406" y="4486282"/>
            <a:ext cx="713810" cy="713810"/>
          </a:xfrm>
          <a:prstGeom prst="ellipse">
            <a:avLst/>
          </a:prstGeom>
          <a:solidFill>
            <a:schemeClr val="accent2"/>
          </a:solidFill>
          <a:ln w="12700" cap="rnd">
            <a:noFill/>
            <a:round/>
          </a:ln>
          <a:effectLst/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标题 1"/>
          <p:cNvSpPr txBox="1"/>
          <p:nvPr/>
        </p:nvSpPr>
        <p:spPr>
          <a:xfrm>
            <a:off x="5411829" y="4699187"/>
            <a:ext cx="276965" cy="288000"/>
          </a:xfrm>
          <a:custGeom>
            <a:avLst/>
            <a:gdLst>
              <a:gd name="connsiteX0" fmla="*/ 198153 w 692417"/>
              <a:gd name="connsiteY0" fmla="*/ 663680 h 720001"/>
              <a:gd name="connsiteX1" fmla="*/ 239787 w 692417"/>
              <a:gd name="connsiteY1" fmla="*/ 663680 h 720001"/>
              <a:gd name="connsiteX2" fmla="*/ 295235 w 692417"/>
              <a:gd name="connsiteY2" fmla="*/ 663680 h 720001"/>
              <a:gd name="connsiteX3" fmla="*/ 397182 w 692417"/>
              <a:gd name="connsiteY3" fmla="*/ 663680 h 720001"/>
              <a:gd name="connsiteX4" fmla="*/ 452630 w 692417"/>
              <a:gd name="connsiteY4" fmla="*/ 663680 h 720001"/>
              <a:gd name="connsiteX5" fmla="*/ 494264 w 692417"/>
              <a:gd name="connsiteY5" fmla="*/ 663680 h 720001"/>
              <a:gd name="connsiteX6" fmla="*/ 522425 w 692417"/>
              <a:gd name="connsiteY6" fmla="*/ 691841 h 720001"/>
              <a:gd name="connsiteX7" fmla="*/ 494264 w 692417"/>
              <a:gd name="connsiteY7" fmla="*/ 720001 h 720001"/>
              <a:gd name="connsiteX8" fmla="*/ 452630 w 692417"/>
              <a:gd name="connsiteY8" fmla="*/ 720001 h 720001"/>
              <a:gd name="connsiteX9" fmla="*/ 397182 w 692417"/>
              <a:gd name="connsiteY9" fmla="*/ 720001 h 720001"/>
              <a:gd name="connsiteX10" fmla="*/ 295235 w 692417"/>
              <a:gd name="connsiteY10" fmla="*/ 720001 h 720001"/>
              <a:gd name="connsiteX11" fmla="*/ 239787 w 692417"/>
              <a:gd name="connsiteY11" fmla="*/ 720001 h 720001"/>
              <a:gd name="connsiteX12" fmla="*/ 198153 w 692417"/>
              <a:gd name="connsiteY12" fmla="*/ 720001 h 720001"/>
              <a:gd name="connsiteX13" fmla="*/ 169992 w 692417"/>
              <a:gd name="connsiteY13" fmla="*/ 691841 h 720001"/>
              <a:gd name="connsiteX14" fmla="*/ 198153 w 692417"/>
              <a:gd name="connsiteY14" fmla="*/ 663680 h 720001"/>
              <a:gd name="connsiteX15" fmla="*/ 154400 w 692417"/>
              <a:gd name="connsiteY15" fmla="*/ 572143 h 720001"/>
              <a:gd name="connsiteX16" fmla="*/ 154241 w 692417"/>
              <a:gd name="connsiteY16" fmla="*/ 572597 h 720001"/>
              <a:gd name="connsiteX17" fmla="*/ 160423 w 692417"/>
              <a:gd name="connsiteY17" fmla="*/ 572597 h 720001"/>
              <a:gd name="connsiteX18" fmla="*/ 346215 w 692417"/>
              <a:gd name="connsiteY18" fmla="*/ 0 h 720001"/>
              <a:gd name="connsiteX19" fmla="*/ 456041 w 692417"/>
              <a:gd name="connsiteY19" fmla="*/ 22341 h 720001"/>
              <a:gd name="connsiteX20" fmla="*/ 545873 w 692417"/>
              <a:gd name="connsiteY20" fmla="*/ 82980 h 720001"/>
              <a:gd name="connsiteX21" fmla="*/ 606513 w 692417"/>
              <a:gd name="connsiteY21" fmla="*/ 172812 h 720001"/>
              <a:gd name="connsiteX22" fmla="*/ 628853 w 692417"/>
              <a:gd name="connsiteY22" fmla="*/ 282638 h 720001"/>
              <a:gd name="connsiteX23" fmla="*/ 628853 w 692417"/>
              <a:gd name="connsiteY23" fmla="*/ 493091 h 720001"/>
              <a:gd name="connsiteX24" fmla="*/ 687990 w 692417"/>
              <a:gd name="connsiteY24" fmla="*/ 585551 h 720001"/>
              <a:gd name="connsiteX25" fmla="*/ 688929 w 692417"/>
              <a:gd name="connsiteY25" fmla="*/ 614275 h 720001"/>
              <a:gd name="connsiteX26" fmla="*/ 664336 w 692417"/>
              <a:gd name="connsiteY26" fmla="*/ 628918 h 720001"/>
              <a:gd name="connsiteX27" fmla="*/ 28189 w 692417"/>
              <a:gd name="connsiteY27" fmla="*/ 628918 h 720001"/>
              <a:gd name="connsiteX28" fmla="*/ 3596 w 692417"/>
              <a:gd name="connsiteY28" fmla="*/ 614462 h 720001"/>
              <a:gd name="connsiteX29" fmla="*/ 4159 w 692417"/>
              <a:gd name="connsiteY29" fmla="*/ 585927 h 720001"/>
              <a:gd name="connsiteX30" fmla="*/ 63578 w 692417"/>
              <a:gd name="connsiteY30" fmla="*/ 489336 h 720001"/>
              <a:gd name="connsiteX31" fmla="*/ 63578 w 692417"/>
              <a:gd name="connsiteY31" fmla="*/ 282638 h 720001"/>
              <a:gd name="connsiteX32" fmla="*/ 85919 w 692417"/>
              <a:gd name="connsiteY32" fmla="*/ 172812 h 720001"/>
              <a:gd name="connsiteX33" fmla="*/ 146558 w 692417"/>
              <a:gd name="connsiteY33" fmla="*/ 82980 h 720001"/>
              <a:gd name="connsiteX34" fmla="*/ 236389 w 692417"/>
              <a:gd name="connsiteY34" fmla="*/ 22341 h 720001"/>
              <a:gd name="connsiteX35" fmla="*/ 346215 w 692417"/>
              <a:gd name="connsiteY35" fmla="*/ 0 h 720001"/>
            </a:gdLst>
            <a:ahLst/>
            <a:cxnLst/>
            <a:rect l="l" t="t" r="r" b="b"/>
            <a:pathLst>
              <a:path w="692417" h="720001">
                <a:moveTo>
                  <a:pt x="198153" y="663680"/>
                </a:moveTo>
                <a:lnTo>
                  <a:pt x="239787" y="663680"/>
                </a:lnTo>
                <a:lnTo>
                  <a:pt x="295235" y="663680"/>
                </a:lnTo>
                <a:lnTo>
                  <a:pt x="397182" y="663680"/>
                </a:lnTo>
                <a:lnTo>
                  <a:pt x="452630" y="663680"/>
                </a:lnTo>
                <a:lnTo>
                  <a:pt x="494264" y="663680"/>
                </a:lnTo>
                <a:cubicBezTo>
                  <a:pt x="509847" y="663680"/>
                  <a:pt x="522425" y="676259"/>
                  <a:pt x="522425" y="691841"/>
                </a:cubicBezTo>
                <a:cubicBezTo>
                  <a:pt x="522425" y="707423"/>
                  <a:pt x="509753" y="720001"/>
                  <a:pt x="494264" y="720001"/>
                </a:cubicBezTo>
                <a:lnTo>
                  <a:pt x="452630" y="720001"/>
                </a:lnTo>
                <a:lnTo>
                  <a:pt x="397182" y="720001"/>
                </a:lnTo>
                <a:lnTo>
                  <a:pt x="295235" y="720001"/>
                </a:lnTo>
                <a:lnTo>
                  <a:pt x="239787" y="720001"/>
                </a:lnTo>
                <a:lnTo>
                  <a:pt x="198153" y="720001"/>
                </a:lnTo>
                <a:cubicBezTo>
                  <a:pt x="182571" y="720001"/>
                  <a:pt x="169992" y="707423"/>
                  <a:pt x="169992" y="691841"/>
                </a:cubicBezTo>
                <a:cubicBezTo>
                  <a:pt x="169992" y="676259"/>
                  <a:pt x="182571" y="663680"/>
                  <a:pt x="198153" y="663680"/>
                </a:cubicBezTo>
                <a:close/>
                <a:moveTo>
                  <a:pt x="154400" y="572143"/>
                </a:moveTo>
                <a:lnTo>
                  <a:pt x="154241" y="572597"/>
                </a:lnTo>
                <a:lnTo>
                  <a:pt x="160423" y="572597"/>
                </a:lnTo>
                <a:close/>
                <a:moveTo>
                  <a:pt x="346215" y="0"/>
                </a:moveTo>
                <a:cubicBezTo>
                  <a:pt x="384232" y="0"/>
                  <a:pt x="421122" y="7510"/>
                  <a:pt x="456041" y="22341"/>
                </a:cubicBezTo>
                <a:cubicBezTo>
                  <a:pt x="489646" y="36609"/>
                  <a:pt x="519872" y="57072"/>
                  <a:pt x="545873" y="82980"/>
                </a:cubicBezTo>
                <a:cubicBezTo>
                  <a:pt x="571875" y="108981"/>
                  <a:pt x="592245" y="139207"/>
                  <a:pt x="606513" y="172812"/>
                </a:cubicBezTo>
                <a:cubicBezTo>
                  <a:pt x="621344" y="207637"/>
                  <a:pt x="628853" y="244621"/>
                  <a:pt x="628853" y="282638"/>
                </a:cubicBezTo>
                <a:lnTo>
                  <a:pt x="628853" y="493091"/>
                </a:lnTo>
                <a:lnTo>
                  <a:pt x="687990" y="585551"/>
                </a:lnTo>
                <a:cubicBezTo>
                  <a:pt x="693528" y="594187"/>
                  <a:pt x="693904" y="605263"/>
                  <a:pt x="688929" y="614275"/>
                </a:cubicBezTo>
                <a:cubicBezTo>
                  <a:pt x="684048" y="623286"/>
                  <a:pt x="674567" y="628918"/>
                  <a:pt x="664336" y="628918"/>
                </a:cubicBezTo>
                <a:lnTo>
                  <a:pt x="28189" y="628918"/>
                </a:lnTo>
                <a:cubicBezTo>
                  <a:pt x="17958" y="628918"/>
                  <a:pt x="8571" y="623380"/>
                  <a:pt x="3596" y="614462"/>
                </a:cubicBezTo>
                <a:cubicBezTo>
                  <a:pt x="-1380" y="605545"/>
                  <a:pt x="-1192" y="594656"/>
                  <a:pt x="4159" y="585927"/>
                </a:cubicBezTo>
                <a:lnTo>
                  <a:pt x="63578" y="489336"/>
                </a:lnTo>
                <a:lnTo>
                  <a:pt x="63578" y="282638"/>
                </a:lnTo>
                <a:cubicBezTo>
                  <a:pt x="63578" y="244621"/>
                  <a:pt x="71087" y="207731"/>
                  <a:pt x="85919" y="172812"/>
                </a:cubicBezTo>
                <a:cubicBezTo>
                  <a:pt x="100186" y="139207"/>
                  <a:pt x="120650" y="108981"/>
                  <a:pt x="146558" y="82980"/>
                </a:cubicBezTo>
                <a:cubicBezTo>
                  <a:pt x="172465" y="56978"/>
                  <a:pt x="202785" y="36609"/>
                  <a:pt x="236389" y="22341"/>
                </a:cubicBezTo>
                <a:cubicBezTo>
                  <a:pt x="271214" y="7510"/>
                  <a:pt x="308199" y="0"/>
                  <a:pt x="346215" y="0"/>
                </a:cubicBezTo>
                <a:close/>
              </a:path>
            </a:pathLst>
          </a:custGeom>
          <a:solidFill>
            <a:schemeClr val="bg1"/>
          </a:solidFill>
          <a:ln w="57150" cap="rnd">
            <a:noFill/>
            <a:round/>
          </a:ln>
          <a:effectLst/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标题 1"/>
          <p:cNvSpPr txBox="1"/>
          <p:nvPr/>
        </p:nvSpPr>
        <p:spPr>
          <a:xfrm>
            <a:off x="6157850" y="4443293"/>
            <a:ext cx="4680000" cy="79978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1" i="0" u="none" strike="noStrike" kern="1200" cap="none" spc="0" normalizeH="0" baseline="0" noProof="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"/>
              </a:rPr>
              <a:t>实验结果与分析</a:t>
            </a: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标题 1"/>
          <p:cNvSpPr txBox="1"/>
          <p:nvPr/>
        </p:nvSpPr>
        <p:spPr>
          <a:xfrm>
            <a:off x="6690606" y="3500502"/>
            <a:ext cx="4680000" cy="79978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1" i="0" u="none" strike="noStrike" kern="1200" cap="none" spc="0" normalizeH="0" baseline="0" noProof="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"/>
              </a:rPr>
              <a:t>实验设计与数据处理</a:t>
            </a: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标题 1"/>
          <p:cNvSpPr txBox="1"/>
          <p:nvPr/>
        </p:nvSpPr>
        <p:spPr>
          <a:xfrm>
            <a:off x="5712779" y="3543491"/>
            <a:ext cx="713810" cy="713810"/>
          </a:xfrm>
          <a:prstGeom prst="ellipse">
            <a:avLst/>
          </a:prstGeom>
          <a:solidFill>
            <a:schemeClr val="accent2"/>
          </a:solidFill>
          <a:ln w="12700" cap="rnd">
            <a:noFill/>
            <a:round/>
          </a:ln>
          <a:effectLst/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标题 1"/>
          <p:cNvSpPr txBox="1"/>
          <p:nvPr/>
        </p:nvSpPr>
        <p:spPr>
          <a:xfrm>
            <a:off x="5907216" y="3753101"/>
            <a:ext cx="324934" cy="294590"/>
          </a:xfrm>
          <a:custGeom>
            <a:avLst/>
            <a:gdLst>
              <a:gd name="connsiteX0" fmla="*/ 31770 w 794163"/>
              <a:gd name="connsiteY0" fmla="*/ 656460 h 720001"/>
              <a:gd name="connsiteX1" fmla="*/ 762297 w 794163"/>
              <a:gd name="connsiteY1" fmla="*/ 656460 h 720001"/>
              <a:gd name="connsiteX2" fmla="*/ 794163 w 794163"/>
              <a:gd name="connsiteY2" fmla="*/ 688230 h 720001"/>
              <a:gd name="connsiteX3" fmla="*/ 762392 w 794163"/>
              <a:gd name="connsiteY3" fmla="*/ 720001 h 720001"/>
              <a:gd name="connsiteX4" fmla="*/ 31770 w 794163"/>
              <a:gd name="connsiteY4" fmla="*/ 720001 h 720001"/>
              <a:gd name="connsiteX5" fmla="*/ 0 w 794163"/>
              <a:gd name="connsiteY5" fmla="*/ 688230 h 720001"/>
              <a:gd name="connsiteX6" fmla="*/ 31770 w 794163"/>
              <a:gd name="connsiteY6" fmla="*/ 656460 h 720001"/>
              <a:gd name="connsiteX7" fmla="*/ 613493 w 794163"/>
              <a:gd name="connsiteY7" fmla="*/ 317608 h 720001"/>
              <a:gd name="connsiteX8" fmla="*/ 710048 w 794163"/>
              <a:gd name="connsiteY8" fmla="*/ 317608 h 720001"/>
              <a:gd name="connsiteX9" fmla="*/ 767655 w 794163"/>
              <a:gd name="connsiteY9" fmla="*/ 375216 h 720001"/>
              <a:gd name="connsiteX10" fmla="*/ 767655 w 794163"/>
              <a:gd name="connsiteY10" fmla="*/ 524689 h 720001"/>
              <a:gd name="connsiteX11" fmla="*/ 710048 w 794163"/>
              <a:gd name="connsiteY11" fmla="*/ 582297 h 720001"/>
              <a:gd name="connsiteX12" fmla="*/ 613493 w 794163"/>
              <a:gd name="connsiteY12" fmla="*/ 582297 h 720001"/>
              <a:gd name="connsiteX13" fmla="*/ 555885 w 794163"/>
              <a:gd name="connsiteY13" fmla="*/ 524689 h 720001"/>
              <a:gd name="connsiteX14" fmla="*/ 555885 w 794163"/>
              <a:gd name="connsiteY14" fmla="*/ 375216 h 720001"/>
              <a:gd name="connsiteX15" fmla="*/ 613493 w 794163"/>
              <a:gd name="connsiteY15" fmla="*/ 317608 h 720001"/>
              <a:gd name="connsiteX16" fmla="*/ 84019 w 794163"/>
              <a:gd name="connsiteY16" fmla="*/ 211770 h 720001"/>
              <a:gd name="connsiteX17" fmla="*/ 180574 w 794163"/>
              <a:gd name="connsiteY17" fmla="*/ 211770 h 720001"/>
              <a:gd name="connsiteX18" fmla="*/ 238182 w 794163"/>
              <a:gd name="connsiteY18" fmla="*/ 269282 h 720001"/>
              <a:gd name="connsiteX19" fmla="*/ 238182 w 794163"/>
              <a:gd name="connsiteY19" fmla="*/ 524785 h 720001"/>
              <a:gd name="connsiteX20" fmla="*/ 180574 w 794163"/>
              <a:gd name="connsiteY20" fmla="*/ 582393 h 720001"/>
              <a:gd name="connsiteX21" fmla="*/ 84019 w 794163"/>
              <a:gd name="connsiteY21" fmla="*/ 582393 h 720001"/>
              <a:gd name="connsiteX22" fmla="*/ 26411 w 794163"/>
              <a:gd name="connsiteY22" fmla="*/ 524785 h 720001"/>
              <a:gd name="connsiteX23" fmla="*/ 26411 w 794163"/>
              <a:gd name="connsiteY23" fmla="*/ 269378 h 720001"/>
              <a:gd name="connsiteX24" fmla="*/ 84019 w 794163"/>
              <a:gd name="connsiteY24" fmla="*/ 211770 h 720001"/>
              <a:gd name="connsiteX25" fmla="*/ 348708 w 794163"/>
              <a:gd name="connsiteY25" fmla="*/ 0 h 720001"/>
              <a:gd name="connsiteX26" fmla="*/ 445359 w 794163"/>
              <a:gd name="connsiteY26" fmla="*/ 0 h 720001"/>
              <a:gd name="connsiteX27" fmla="*/ 502871 w 794163"/>
              <a:gd name="connsiteY27" fmla="*/ 57607 h 720001"/>
              <a:gd name="connsiteX28" fmla="*/ 502871 w 794163"/>
              <a:gd name="connsiteY28" fmla="*/ 524785 h 720001"/>
              <a:gd name="connsiteX29" fmla="*/ 445263 w 794163"/>
              <a:gd name="connsiteY29" fmla="*/ 582393 h 720001"/>
              <a:gd name="connsiteX30" fmla="*/ 348708 w 794163"/>
              <a:gd name="connsiteY30" fmla="*/ 582393 h 720001"/>
              <a:gd name="connsiteX31" fmla="*/ 291100 w 794163"/>
              <a:gd name="connsiteY31" fmla="*/ 524785 h 720001"/>
              <a:gd name="connsiteX32" fmla="*/ 291100 w 794163"/>
              <a:gd name="connsiteY32" fmla="*/ 57607 h 720001"/>
              <a:gd name="connsiteX33" fmla="*/ 348708 w 794163"/>
              <a:gd name="connsiteY33" fmla="*/ 0 h 720001"/>
            </a:gdLst>
            <a:ahLst/>
            <a:cxnLst/>
            <a:rect l="l" t="t" r="r" b="b"/>
            <a:pathLst>
              <a:path w="794163" h="720001">
                <a:moveTo>
                  <a:pt x="31770" y="656460"/>
                </a:moveTo>
                <a:lnTo>
                  <a:pt x="762297" y="656460"/>
                </a:lnTo>
                <a:cubicBezTo>
                  <a:pt x="779904" y="656460"/>
                  <a:pt x="794067" y="670622"/>
                  <a:pt x="794163" y="688230"/>
                </a:cubicBezTo>
                <a:cubicBezTo>
                  <a:pt x="794163" y="705742"/>
                  <a:pt x="779904" y="720001"/>
                  <a:pt x="762392" y="720001"/>
                </a:cubicBezTo>
                <a:lnTo>
                  <a:pt x="31770" y="720001"/>
                </a:lnTo>
                <a:cubicBezTo>
                  <a:pt x="14258" y="720001"/>
                  <a:pt x="0" y="705742"/>
                  <a:pt x="0" y="688230"/>
                </a:cubicBezTo>
                <a:cubicBezTo>
                  <a:pt x="0" y="670718"/>
                  <a:pt x="14258" y="656460"/>
                  <a:pt x="31770" y="656460"/>
                </a:cubicBezTo>
                <a:close/>
                <a:moveTo>
                  <a:pt x="613493" y="317608"/>
                </a:moveTo>
                <a:lnTo>
                  <a:pt x="710048" y="317608"/>
                </a:lnTo>
                <a:cubicBezTo>
                  <a:pt x="741818" y="317608"/>
                  <a:pt x="767655" y="343445"/>
                  <a:pt x="767655" y="375216"/>
                </a:cubicBezTo>
                <a:lnTo>
                  <a:pt x="767655" y="524689"/>
                </a:lnTo>
                <a:cubicBezTo>
                  <a:pt x="767655" y="556364"/>
                  <a:pt x="741723" y="582297"/>
                  <a:pt x="710048" y="582297"/>
                </a:cubicBezTo>
                <a:lnTo>
                  <a:pt x="613493" y="582297"/>
                </a:lnTo>
                <a:cubicBezTo>
                  <a:pt x="581818" y="582297"/>
                  <a:pt x="555885" y="556364"/>
                  <a:pt x="555885" y="524689"/>
                </a:cubicBezTo>
                <a:lnTo>
                  <a:pt x="555885" y="375216"/>
                </a:lnTo>
                <a:cubicBezTo>
                  <a:pt x="555885" y="343349"/>
                  <a:pt x="581722" y="317608"/>
                  <a:pt x="613493" y="317608"/>
                </a:cubicBezTo>
                <a:close/>
                <a:moveTo>
                  <a:pt x="84019" y="211770"/>
                </a:moveTo>
                <a:lnTo>
                  <a:pt x="180574" y="211770"/>
                </a:lnTo>
                <a:cubicBezTo>
                  <a:pt x="212440" y="211770"/>
                  <a:pt x="238182" y="237512"/>
                  <a:pt x="238182" y="269282"/>
                </a:cubicBezTo>
                <a:lnTo>
                  <a:pt x="238182" y="524785"/>
                </a:lnTo>
                <a:cubicBezTo>
                  <a:pt x="238182" y="556460"/>
                  <a:pt x="212248" y="582393"/>
                  <a:pt x="180574" y="582393"/>
                </a:cubicBezTo>
                <a:lnTo>
                  <a:pt x="84019" y="582393"/>
                </a:lnTo>
                <a:cubicBezTo>
                  <a:pt x="52344" y="582393"/>
                  <a:pt x="26411" y="556460"/>
                  <a:pt x="26411" y="524785"/>
                </a:cubicBezTo>
                <a:lnTo>
                  <a:pt x="26411" y="269378"/>
                </a:lnTo>
                <a:cubicBezTo>
                  <a:pt x="26411" y="237512"/>
                  <a:pt x="52248" y="211770"/>
                  <a:pt x="84019" y="211770"/>
                </a:cubicBezTo>
                <a:close/>
                <a:moveTo>
                  <a:pt x="348708" y="0"/>
                </a:moveTo>
                <a:lnTo>
                  <a:pt x="445359" y="0"/>
                </a:lnTo>
                <a:cubicBezTo>
                  <a:pt x="477129" y="0"/>
                  <a:pt x="502871" y="25741"/>
                  <a:pt x="502871" y="57607"/>
                </a:cubicBezTo>
                <a:lnTo>
                  <a:pt x="502871" y="524785"/>
                </a:lnTo>
                <a:cubicBezTo>
                  <a:pt x="502871" y="556460"/>
                  <a:pt x="476937" y="582393"/>
                  <a:pt x="445263" y="582393"/>
                </a:cubicBezTo>
                <a:lnTo>
                  <a:pt x="348708" y="582393"/>
                </a:lnTo>
                <a:cubicBezTo>
                  <a:pt x="317033" y="582393"/>
                  <a:pt x="291100" y="556460"/>
                  <a:pt x="291100" y="524785"/>
                </a:cubicBezTo>
                <a:lnTo>
                  <a:pt x="291100" y="57607"/>
                </a:lnTo>
                <a:cubicBezTo>
                  <a:pt x="291100" y="25741"/>
                  <a:pt x="316937" y="0"/>
                  <a:pt x="348708" y="0"/>
                </a:cubicBezTo>
                <a:close/>
              </a:path>
            </a:pathLst>
          </a:custGeom>
          <a:solidFill>
            <a:schemeClr val="bg1"/>
          </a:solidFill>
          <a:ln w="57150" cap="rnd">
            <a:noFill/>
            <a:round/>
          </a:ln>
          <a:effectLst/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标题 1"/>
          <p:cNvSpPr txBox="1"/>
          <p:nvPr/>
        </p:nvSpPr>
        <p:spPr>
          <a:xfrm>
            <a:off x="4508680" y="715118"/>
            <a:ext cx="713810" cy="713810"/>
          </a:xfrm>
          <a:prstGeom prst="ellipse">
            <a:avLst/>
          </a:prstGeom>
          <a:solidFill>
            <a:schemeClr val="accent2"/>
          </a:solidFill>
          <a:ln w="12700" cap="rnd">
            <a:noFill/>
            <a:round/>
          </a:ln>
          <a:effectLst/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标题 1"/>
          <p:cNvSpPr txBox="1"/>
          <p:nvPr/>
        </p:nvSpPr>
        <p:spPr>
          <a:xfrm>
            <a:off x="4710104" y="925479"/>
            <a:ext cx="310962" cy="293088"/>
          </a:xfrm>
          <a:custGeom>
            <a:avLst/>
            <a:gdLst>
              <a:gd name="connsiteX0" fmla="*/ 565749 w 763907"/>
              <a:gd name="connsiteY0" fmla="*/ 529546 h 720000"/>
              <a:gd name="connsiteX1" fmla="*/ 585849 w 763907"/>
              <a:gd name="connsiteY1" fmla="*/ 537865 h 720000"/>
              <a:gd name="connsiteX2" fmla="*/ 698960 w 763907"/>
              <a:gd name="connsiteY2" fmla="*/ 650977 h 720000"/>
              <a:gd name="connsiteX3" fmla="*/ 698960 w 763907"/>
              <a:gd name="connsiteY3" fmla="*/ 691178 h 720000"/>
              <a:gd name="connsiteX4" fmla="*/ 678860 w 763907"/>
              <a:gd name="connsiteY4" fmla="*/ 699521 h 720000"/>
              <a:gd name="connsiteX5" fmla="*/ 658760 w 763907"/>
              <a:gd name="connsiteY5" fmla="*/ 691178 h 720000"/>
              <a:gd name="connsiteX6" fmla="*/ 545648 w 763907"/>
              <a:gd name="connsiteY6" fmla="*/ 578066 h 720000"/>
              <a:gd name="connsiteX7" fmla="*/ 545648 w 763907"/>
              <a:gd name="connsiteY7" fmla="*/ 537865 h 720000"/>
              <a:gd name="connsiteX8" fmla="*/ 565749 w 763907"/>
              <a:gd name="connsiteY8" fmla="*/ 529546 h 720000"/>
              <a:gd name="connsiteX9" fmla="*/ 565749 w 763907"/>
              <a:gd name="connsiteY9" fmla="*/ 359807 h 720000"/>
              <a:gd name="connsiteX10" fmla="*/ 735464 w 763907"/>
              <a:gd name="connsiteY10" fmla="*/ 359807 h 720000"/>
              <a:gd name="connsiteX11" fmla="*/ 763907 w 763907"/>
              <a:gd name="connsiteY11" fmla="*/ 388251 h 720000"/>
              <a:gd name="connsiteX12" fmla="*/ 735464 w 763907"/>
              <a:gd name="connsiteY12" fmla="*/ 416695 h 720000"/>
              <a:gd name="connsiteX13" fmla="*/ 565749 w 763907"/>
              <a:gd name="connsiteY13" fmla="*/ 416695 h 720000"/>
              <a:gd name="connsiteX14" fmla="*/ 537305 w 763907"/>
              <a:gd name="connsiteY14" fmla="*/ 388251 h 720000"/>
              <a:gd name="connsiteX15" fmla="*/ 565749 w 763907"/>
              <a:gd name="connsiteY15" fmla="*/ 359807 h 720000"/>
              <a:gd name="connsiteX16" fmla="*/ 678860 w 763907"/>
              <a:gd name="connsiteY16" fmla="*/ 77005 h 720000"/>
              <a:gd name="connsiteX17" fmla="*/ 698960 w 763907"/>
              <a:gd name="connsiteY17" fmla="*/ 85325 h 720000"/>
              <a:gd name="connsiteX18" fmla="*/ 698960 w 763907"/>
              <a:gd name="connsiteY18" fmla="*/ 125525 h 720000"/>
              <a:gd name="connsiteX19" fmla="*/ 585849 w 763907"/>
              <a:gd name="connsiteY19" fmla="*/ 238636 h 720000"/>
              <a:gd name="connsiteX20" fmla="*/ 565749 w 763907"/>
              <a:gd name="connsiteY20" fmla="*/ 246980 h 720000"/>
              <a:gd name="connsiteX21" fmla="*/ 545648 w 763907"/>
              <a:gd name="connsiteY21" fmla="*/ 238636 h 720000"/>
              <a:gd name="connsiteX22" fmla="*/ 545648 w 763907"/>
              <a:gd name="connsiteY22" fmla="*/ 198436 h 720000"/>
              <a:gd name="connsiteX23" fmla="*/ 658760 w 763907"/>
              <a:gd name="connsiteY23" fmla="*/ 85325 h 720000"/>
              <a:gd name="connsiteX24" fmla="*/ 678860 w 763907"/>
              <a:gd name="connsiteY24" fmla="*/ 77005 h 720000"/>
              <a:gd name="connsiteX25" fmla="*/ 362802 w 763907"/>
              <a:gd name="connsiteY25" fmla="*/ 5 h 720000"/>
              <a:gd name="connsiteX26" fmla="*/ 422012 w 763907"/>
              <a:gd name="connsiteY26" fmla="*/ 16490 h 720000"/>
              <a:gd name="connsiteX27" fmla="*/ 481080 w 763907"/>
              <a:gd name="connsiteY27" fmla="*/ 119457 h 720000"/>
              <a:gd name="connsiteX28" fmla="*/ 481080 w 763907"/>
              <a:gd name="connsiteY28" fmla="*/ 600631 h 720000"/>
              <a:gd name="connsiteX29" fmla="*/ 422012 w 763907"/>
              <a:gd name="connsiteY29" fmla="*/ 703598 h 720000"/>
              <a:gd name="connsiteX30" fmla="*/ 361806 w 763907"/>
              <a:gd name="connsiteY30" fmla="*/ 720000 h 720000"/>
              <a:gd name="connsiteX31" fmla="*/ 303306 w 763907"/>
              <a:gd name="connsiteY31" fmla="*/ 704546 h 720000"/>
              <a:gd name="connsiteX32" fmla="*/ 60870 w 763907"/>
              <a:gd name="connsiteY32" fmla="*/ 568300 h 720000"/>
              <a:gd name="connsiteX33" fmla="*/ 0 w 763907"/>
              <a:gd name="connsiteY33" fmla="*/ 464291 h 720000"/>
              <a:gd name="connsiteX34" fmla="*/ 0 w 763907"/>
              <a:gd name="connsiteY34" fmla="*/ 255702 h 720000"/>
              <a:gd name="connsiteX35" fmla="*/ 60870 w 763907"/>
              <a:gd name="connsiteY35" fmla="*/ 151693 h 720000"/>
              <a:gd name="connsiteX36" fmla="*/ 303306 w 763907"/>
              <a:gd name="connsiteY36" fmla="*/ 15447 h 720000"/>
              <a:gd name="connsiteX37" fmla="*/ 362802 w 763907"/>
              <a:gd name="connsiteY37" fmla="*/ 5 h 720000"/>
            </a:gdLst>
            <a:ahLst/>
            <a:cxnLst/>
            <a:rect l="l" t="t" r="r" b="b"/>
            <a:pathLst>
              <a:path w="763907" h="720000">
                <a:moveTo>
                  <a:pt x="565749" y="529546"/>
                </a:moveTo>
                <a:cubicBezTo>
                  <a:pt x="573025" y="529546"/>
                  <a:pt x="580302" y="532319"/>
                  <a:pt x="585849" y="537865"/>
                </a:cubicBezTo>
                <a:lnTo>
                  <a:pt x="698960" y="650977"/>
                </a:lnTo>
                <a:cubicBezTo>
                  <a:pt x="710054" y="662070"/>
                  <a:pt x="710054" y="680084"/>
                  <a:pt x="698960" y="691178"/>
                </a:cubicBezTo>
                <a:cubicBezTo>
                  <a:pt x="693461" y="696677"/>
                  <a:pt x="686161" y="699521"/>
                  <a:pt x="678860" y="699521"/>
                </a:cubicBezTo>
                <a:cubicBezTo>
                  <a:pt x="671560" y="699521"/>
                  <a:pt x="664259" y="696771"/>
                  <a:pt x="658760" y="691178"/>
                </a:cubicBezTo>
                <a:lnTo>
                  <a:pt x="545648" y="578066"/>
                </a:lnTo>
                <a:cubicBezTo>
                  <a:pt x="534555" y="566973"/>
                  <a:pt x="534555" y="548959"/>
                  <a:pt x="545648" y="537865"/>
                </a:cubicBezTo>
                <a:cubicBezTo>
                  <a:pt x="551195" y="532319"/>
                  <a:pt x="558471" y="529546"/>
                  <a:pt x="565749" y="529546"/>
                </a:cubicBezTo>
                <a:close/>
                <a:moveTo>
                  <a:pt x="565749" y="359807"/>
                </a:moveTo>
                <a:lnTo>
                  <a:pt x="735464" y="359807"/>
                </a:lnTo>
                <a:cubicBezTo>
                  <a:pt x="751202" y="359807"/>
                  <a:pt x="763907" y="372512"/>
                  <a:pt x="763907" y="388251"/>
                </a:cubicBezTo>
                <a:cubicBezTo>
                  <a:pt x="763907" y="403990"/>
                  <a:pt x="751107" y="416695"/>
                  <a:pt x="735464" y="416695"/>
                </a:cubicBezTo>
                <a:lnTo>
                  <a:pt x="565749" y="416695"/>
                </a:lnTo>
                <a:cubicBezTo>
                  <a:pt x="550010" y="416695"/>
                  <a:pt x="537305" y="403990"/>
                  <a:pt x="537305" y="388251"/>
                </a:cubicBezTo>
                <a:cubicBezTo>
                  <a:pt x="537305" y="372512"/>
                  <a:pt x="550010" y="359807"/>
                  <a:pt x="565749" y="359807"/>
                </a:cubicBezTo>
                <a:close/>
                <a:moveTo>
                  <a:pt x="678860" y="77005"/>
                </a:moveTo>
                <a:cubicBezTo>
                  <a:pt x="686137" y="77005"/>
                  <a:pt x="693414" y="79778"/>
                  <a:pt x="698960" y="85325"/>
                </a:cubicBezTo>
                <a:cubicBezTo>
                  <a:pt x="710054" y="96418"/>
                  <a:pt x="710054" y="114432"/>
                  <a:pt x="698960" y="125525"/>
                </a:cubicBezTo>
                <a:lnTo>
                  <a:pt x="585849" y="238636"/>
                </a:lnTo>
                <a:cubicBezTo>
                  <a:pt x="580350" y="244231"/>
                  <a:pt x="573049" y="246980"/>
                  <a:pt x="565749" y="246980"/>
                </a:cubicBezTo>
                <a:cubicBezTo>
                  <a:pt x="558448" y="246980"/>
                  <a:pt x="551147" y="244231"/>
                  <a:pt x="545648" y="238636"/>
                </a:cubicBezTo>
                <a:cubicBezTo>
                  <a:pt x="534555" y="227543"/>
                  <a:pt x="534555" y="209529"/>
                  <a:pt x="545648" y="198436"/>
                </a:cubicBezTo>
                <a:lnTo>
                  <a:pt x="658760" y="85325"/>
                </a:lnTo>
                <a:cubicBezTo>
                  <a:pt x="664306" y="79778"/>
                  <a:pt x="671583" y="77005"/>
                  <a:pt x="678860" y="77005"/>
                </a:cubicBezTo>
                <a:close/>
                <a:moveTo>
                  <a:pt x="362802" y="5"/>
                </a:moveTo>
                <a:cubicBezTo>
                  <a:pt x="383186" y="183"/>
                  <a:pt x="403524" y="5682"/>
                  <a:pt x="422012" y="16490"/>
                </a:cubicBezTo>
                <a:cubicBezTo>
                  <a:pt x="458989" y="38108"/>
                  <a:pt x="481080" y="76601"/>
                  <a:pt x="481080" y="119457"/>
                </a:cubicBezTo>
                <a:lnTo>
                  <a:pt x="481080" y="600631"/>
                </a:lnTo>
                <a:cubicBezTo>
                  <a:pt x="481080" y="643486"/>
                  <a:pt x="458989" y="681980"/>
                  <a:pt x="422012" y="703598"/>
                </a:cubicBezTo>
                <a:cubicBezTo>
                  <a:pt x="403240" y="714501"/>
                  <a:pt x="382475" y="720000"/>
                  <a:pt x="361806" y="720000"/>
                </a:cubicBezTo>
                <a:cubicBezTo>
                  <a:pt x="341706" y="720000"/>
                  <a:pt x="321700" y="714881"/>
                  <a:pt x="303306" y="704546"/>
                </a:cubicBezTo>
                <a:lnTo>
                  <a:pt x="60870" y="568300"/>
                </a:lnTo>
                <a:cubicBezTo>
                  <a:pt x="23324" y="547157"/>
                  <a:pt x="0" y="507336"/>
                  <a:pt x="0" y="464291"/>
                </a:cubicBezTo>
                <a:lnTo>
                  <a:pt x="0" y="255702"/>
                </a:lnTo>
                <a:cubicBezTo>
                  <a:pt x="0" y="212657"/>
                  <a:pt x="23324" y="172742"/>
                  <a:pt x="60870" y="151693"/>
                </a:cubicBezTo>
                <a:lnTo>
                  <a:pt x="303306" y="15447"/>
                </a:lnTo>
                <a:cubicBezTo>
                  <a:pt x="321984" y="4970"/>
                  <a:pt x="342417" y="-173"/>
                  <a:pt x="362802" y="5"/>
                </a:cubicBezTo>
                <a:close/>
              </a:path>
            </a:pathLst>
          </a:custGeom>
          <a:solidFill>
            <a:schemeClr val="bg1"/>
          </a:solidFill>
          <a:ln w="57150" cap="rnd">
            <a:noFill/>
            <a:round/>
          </a:ln>
          <a:effectLst/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标题 1"/>
          <p:cNvSpPr txBox="1"/>
          <p:nvPr/>
        </p:nvSpPr>
        <p:spPr>
          <a:xfrm>
            <a:off x="5491674" y="672129"/>
            <a:ext cx="4680000" cy="79978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1" i="0" u="none" strike="noStrike" kern="1200" cap="none" spc="0" normalizeH="0" baseline="0" noProof="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"/>
              </a:rPr>
              <a:t>研究背景与意义</a:t>
            </a: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标题 1"/>
          <p:cNvSpPr txBox="1"/>
          <p:nvPr/>
        </p:nvSpPr>
        <p:spPr>
          <a:xfrm>
            <a:off x="4508680" y="5429073"/>
            <a:ext cx="713810" cy="713810"/>
          </a:xfrm>
          <a:prstGeom prst="ellipse">
            <a:avLst/>
          </a:prstGeom>
          <a:solidFill>
            <a:schemeClr val="accent2"/>
          </a:solidFill>
          <a:ln w="12700" cap="rnd">
            <a:noFill/>
            <a:round/>
          </a:ln>
          <a:effectLst/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标题 1"/>
          <p:cNvSpPr txBox="1"/>
          <p:nvPr/>
        </p:nvSpPr>
        <p:spPr>
          <a:xfrm>
            <a:off x="4721607" y="5641978"/>
            <a:ext cx="287958" cy="288000"/>
          </a:xfrm>
          <a:custGeom>
            <a:avLst/>
            <a:gdLst>
              <a:gd name="connsiteX0" fmla="*/ 579031 w 719895"/>
              <a:gd name="connsiteY0" fmla="*/ 554022 h 720000"/>
              <a:gd name="connsiteX1" fmla="*/ 596778 w 719895"/>
              <a:gd name="connsiteY1" fmla="*/ 561368 h 720000"/>
              <a:gd name="connsiteX2" fmla="*/ 712550 w 719895"/>
              <a:gd name="connsiteY2" fmla="*/ 677140 h 720000"/>
              <a:gd name="connsiteX3" fmla="*/ 712550 w 719895"/>
              <a:gd name="connsiteY3" fmla="*/ 712634 h 720000"/>
              <a:gd name="connsiteX4" fmla="*/ 694887 w 719895"/>
              <a:gd name="connsiteY4" fmla="*/ 720000 h 720000"/>
              <a:gd name="connsiteX5" fmla="*/ 677140 w 719895"/>
              <a:gd name="connsiteY5" fmla="*/ 712634 h 720000"/>
              <a:gd name="connsiteX6" fmla="*/ 561284 w 719895"/>
              <a:gd name="connsiteY6" fmla="*/ 596861 h 720000"/>
              <a:gd name="connsiteX7" fmla="*/ 561284 w 719895"/>
              <a:gd name="connsiteY7" fmla="*/ 561368 h 720000"/>
              <a:gd name="connsiteX8" fmla="*/ 579031 w 719895"/>
              <a:gd name="connsiteY8" fmla="*/ 554022 h 720000"/>
              <a:gd name="connsiteX9" fmla="*/ 301109 w 719895"/>
              <a:gd name="connsiteY9" fmla="*/ 0 h 720000"/>
              <a:gd name="connsiteX10" fmla="*/ 602219 w 719895"/>
              <a:gd name="connsiteY10" fmla="*/ 301109 h 720000"/>
              <a:gd name="connsiteX11" fmla="*/ 301109 w 719895"/>
              <a:gd name="connsiteY11" fmla="*/ 602219 h 720000"/>
              <a:gd name="connsiteX12" fmla="*/ 0 w 719895"/>
              <a:gd name="connsiteY12" fmla="*/ 301109 h 720000"/>
              <a:gd name="connsiteX13" fmla="*/ 301109 w 719895"/>
              <a:gd name="connsiteY13" fmla="*/ 0 h 720000"/>
            </a:gdLst>
            <a:ahLst/>
            <a:cxnLst/>
            <a:rect l="l" t="t" r="r" b="b"/>
            <a:pathLst>
              <a:path w="719895" h="720000">
                <a:moveTo>
                  <a:pt x="579031" y="554022"/>
                </a:moveTo>
                <a:cubicBezTo>
                  <a:pt x="585456" y="554022"/>
                  <a:pt x="591880" y="556471"/>
                  <a:pt x="596778" y="561368"/>
                </a:cubicBezTo>
                <a:lnTo>
                  <a:pt x="712550" y="677140"/>
                </a:lnTo>
                <a:cubicBezTo>
                  <a:pt x="722344" y="686935"/>
                  <a:pt x="722344" y="702840"/>
                  <a:pt x="712550" y="712634"/>
                </a:cubicBezTo>
                <a:cubicBezTo>
                  <a:pt x="707778" y="717573"/>
                  <a:pt x="701333" y="720000"/>
                  <a:pt x="694887" y="720000"/>
                </a:cubicBezTo>
                <a:cubicBezTo>
                  <a:pt x="688441" y="720000"/>
                  <a:pt x="681995" y="717573"/>
                  <a:pt x="677140" y="712634"/>
                </a:cubicBezTo>
                <a:lnTo>
                  <a:pt x="561284" y="596861"/>
                </a:lnTo>
                <a:cubicBezTo>
                  <a:pt x="551490" y="587067"/>
                  <a:pt x="551490" y="571162"/>
                  <a:pt x="561284" y="561368"/>
                </a:cubicBezTo>
                <a:cubicBezTo>
                  <a:pt x="566181" y="556471"/>
                  <a:pt x="572606" y="554022"/>
                  <a:pt x="579031" y="554022"/>
                </a:cubicBezTo>
                <a:close/>
                <a:moveTo>
                  <a:pt x="301109" y="0"/>
                </a:moveTo>
                <a:cubicBezTo>
                  <a:pt x="467443" y="0"/>
                  <a:pt x="602219" y="134859"/>
                  <a:pt x="602219" y="301109"/>
                </a:cubicBezTo>
                <a:cubicBezTo>
                  <a:pt x="602219" y="467443"/>
                  <a:pt x="467443" y="602219"/>
                  <a:pt x="301109" y="602219"/>
                </a:cubicBezTo>
                <a:cubicBezTo>
                  <a:pt x="134775" y="602219"/>
                  <a:pt x="0" y="467443"/>
                  <a:pt x="0" y="301109"/>
                </a:cubicBezTo>
                <a:cubicBezTo>
                  <a:pt x="0" y="134775"/>
                  <a:pt x="134775" y="0"/>
                  <a:pt x="301109" y="0"/>
                </a:cubicBezTo>
                <a:close/>
              </a:path>
            </a:pathLst>
          </a:custGeom>
          <a:solidFill>
            <a:schemeClr val="bg1"/>
          </a:solidFill>
          <a:ln w="57150" cap="rnd">
            <a:noFill/>
            <a:round/>
          </a:ln>
          <a:effectLst/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标题 1"/>
          <p:cNvSpPr txBox="1"/>
          <p:nvPr/>
        </p:nvSpPr>
        <p:spPr>
          <a:xfrm>
            <a:off x="5473124" y="5386084"/>
            <a:ext cx="4680000" cy="79978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1" i="0" u="none" strike="noStrike" kern="1200" cap="none" spc="0" normalizeH="0" baseline="0" noProof="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"/>
              </a:rPr>
              <a:t>项目总结与展望</a:t>
            </a: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标题 1"/>
          <p:cNvSpPr txBox="1"/>
          <p:nvPr/>
        </p:nvSpPr>
        <p:spPr>
          <a:xfrm>
            <a:off x="4363634" y="2289033"/>
            <a:ext cx="176510" cy="176510"/>
          </a:xfrm>
          <a:prstGeom prst="ellipse">
            <a:avLst/>
          </a:prstGeom>
          <a:solidFill>
            <a:schemeClr val="accent2"/>
          </a:solidFill>
          <a:ln w="6350" cap="sq">
            <a:noFill/>
            <a:miter/>
            <a:headEnd type="none" w="sm" len="sm"/>
            <a:tailEnd type="oval" w="sm" len="sm"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6" name="标题 1"/>
          <p:cNvSpPr txBox="1"/>
          <p:nvPr/>
        </p:nvSpPr>
        <p:spPr>
          <a:xfrm>
            <a:off x="4638855" y="3691317"/>
            <a:ext cx="176510" cy="176510"/>
          </a:xfrm>
          <a:prstGeom prst="ellipse">
            <a:avLst/>
          </a:prstGeom>
          <a:solidFill>
            <a:schemeClr val="accent2"/>
          </a:solidFill>
          <a:ln w="6350" cap="sq">
            <a:noFill/>
            <a:miter/>
            <a:headEnd type="none" w="sm" len="sm"/>
            <a:tailEnd type="oval" w="sm" len="sm"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标题 1"/>
          <p:cNvSpPr txBox="1"/>
          <p:nvPr/>
        </p:nvSpPr>
        <p:spPr>
          <a:xfrm>
            <a:off x="4365337" y="4392459"/>
            <a:ext cx="176510" cy="176510"/>
          </a:xfrm>
          <a:prstGeom prst="ellipse">
            <a:avLst/>
          </a:prstGeom>
          <a:solidFill>
            <a:schemeClr val="accent2"/>
          </a:solidFill>
          <a:ln w="6350" cap="sq">
            <a:noFill/>
            <a:miter/>
            <a:headEnd type="none" w="sm" len="sm"/>
            <a:tailEnd type="oval" w="sm" len="sm"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8" name="标题 1"/>
          <p:cNvSpPr txBox="1"/>
          <p:nvPr/>
        </p:nvSpPr>
        <p:spPr>
          <a:xfrm>
            <a:off x="4638855" y="2990175"/>
            <a:ext cx="176510" cy="176510"/>
          </a:xfrm>
          <a:prstGeom prst="ellipse">
            <a:avLst/>
          </a:prstGeom>
          <a:solidFill>
            <a:schemeClr val="accent2"/>
          </a:solidFill>
          <a:ln w="6350" cap="sq">
            <a:noFill/>
            <a:miter/>
            <a:headEnd type="none" w="sm" len="sm"/>
            <a:tailEnd type="oval" w="sm" len="sm"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标题 1"/>
          <p:cNvSpPr txBox="1"/>
          <p:nvPr/>
        </p:nvSpPr>
        <p:spPr>
          <a:xfrm>
            <a:off x="3573154" y="1587891"/>
            <a:ext cx="176510" cy="176510"/>
          </a:xfrm>
          <a:prstGeom prst="ellipse">
            <a:avLst/>
          </a:prstGeom>
          <a:solidFill>
            <a:schemeClr val="accent2"/>
          </a:solidFill>
          <a:ln w="6350" cap="sq">
            <a:noFill/>
            <a:miter/>
            <a:headEnd type="none" w="sm" len="sm"/>
            <a:tailEnd type="oval" w="sm" len="sm"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0" name="标题 1"/>
          <p:cNvSpPr txBox="1"/>
          <p:nvPr/>
        </p:nvSpPr>
        <p:spPr>
          <a:xfrm>
            <a:off x="3574857" y="5093599"/>
            <a:ext cx="176510" cy="176510"/>
          </a:xfrm>
          <a:prstGeom prst="ellipse">
            <a:avLst/>
          </a:prstGeom>
          <a:solidFill>
            <a:schemeClr val="accent2"/>
          </a:solidFill>
          <a:ln w="6350" cap="sq">
            <a:noFill/>
            <a:miter/>
            <a:headEnd type="none" w="sm" len="sm"/>
            <a:tailEnd type="oval" w="sm" len="sm"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28000"/>
          </a:blip>
          <a:srcRect/>
          <a:stretch>
            <a:fillRect/>
          </a:stretch>
        </p:blipFill>
        <p:spPr>
          <a:xfrm>
            <a:off x="3772953" y="0"/>
            <a:ext cx="8419047" cy="562539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标题 1"/>
          <p:cNvSpPr txBox="1"/>
          <p:nvPr/>
        </p:nvSpPr>
        <p:spPr>
          <a:xfrm>
            <a:off x="-9144" y="-9679"/>
            <a:ext cx="12210288" cy="6877359"/>
          </a:xfrm>
          <a:prstGeom prst="rect">
            <a:avLst/>
          </a:prstGeom>
          <a:solidFill>
            <a:schemeClr val="bg1">
              <a:alpha val="77962"/>
            </a:schemeClr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0" y="-3318"/>
            <a:ext cx="3767922" cy="4007700"/>
          </a:xfrm>
          <a:custGeom>
            <a:avLst/>
            <a:gdLst>
              <a:gd name="connsiteX0" fmla="*/ 0 w 3593901"/>
              <a:gd name="connsiteY0" fmla="*/ 0 h 3822605"/>
              <a:gd name="connsiteX1" fmla="*/ 3570623 w 3593901"/>
              <a:gd name="connsiteY1" fmla="*/ 0 h 3822605"/>
              <a:gd name="connsiteX2" fmla="*/ 3576202 w 3593901"/>
              <a:gd name="connsiteY2" fmla="*/ 43906 h 3822605"/>
              <a:gd name="connsiteX3" fmla="*/ 3593901 w 3593901"/>
              <a:gd name="connsiteY3" fmla="*/ 394418 h 3822605"/>
              <a:gd name="connsiteX4" fmla="*/ 165714 w 3593901"/>
              <a:gd name="connsiteY4" fmla="*/ 3822605 h 3822605"/>
              <a:gd name="connsiteX5" fmla="*/ 0 w 3593901"/>
              <a:gd name="connsiteY5" fmla="*/ 3818415 h 3822605"/>
            </a:gdLst>
            <a:ahLst/>
            <a:cxnLst/>
            <a:rect l="l" t="t" r="r" b="b"/>
            <a:pathLst>
              <a:path w="3593901" h="3822605">
                <a:moveTo>
                  <a:pt x="0" y="0"/>
                </a:moveTo>
                <a:lnTo>
                  <a:pt x="3570623" y="0"/>
                </a:lnTo>
                <a:lnTo>
                  <a:pt x="3576202" y="43906"/>
                </a:lnTo>
                <a:cubicBezTo>
                  <a:pt x="3587906" y="159152"/>
                  <a:pt x="3593901" y="276085"/>
                  <a:pt x="3593901" y="394418"/>
                </a:cubicBezTo>
                <a:cubicBezTo>
                  <a:pt x="3593901" y="2287753"/>
                  <a:pt x="2059049" y="3822605"/>
                  <a:pt x="165714" y="3822605"/>
                </a:cubicBezTo>
                <a:lnTo>
                  <a:pt x="0" y="3818415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28305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1594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 txBox="1"/>
          <p:nvPr/>
        </p:nvSpPr>
        <p:spPr>
          <a:xfrm rot="10800000">
            <a:off x="8442364" y="2867045"/>
            <a:ext cx="3767922" cy="4007700"/>
          </a:xfrm>
          <a:custGeom>
            <a:avLst/>
            <a:gdLst>
              <a:gd name="connsiteX0" fmla="*/ 0 w 3593901"/>
              <a:gd name="connsiteY0" fmla="*/ 0 h 3822605"/>
              <a:gd name="connsiteX1" fmla="*/ 3570623 w 3593901"/>
              <a:gd name="connsiteY1" fmla="*/ 0 h 3822605"/>
              <a:gd name="connsiteX2" fmla="*/ 3576202 w 3593901"/>
              <a:gd name="connsiteY2" fmla="*/ 43906 h 3822605"/>
              <a:gd name="connsiteX3" fmla="*/ 3593901 w 3593901"/>
              <a:gd name="connsiteY3" fmla="*/ 394418 h 3822605"/>
              <a:gd name="connsiteX4" fmla="*/ 165714 w 3593901"/>
              <a:gd name="connsiteY4" fmla="*/ 3822605 h 3822605"/>
              <a:gd name="connsiteX5" fmla="*/ 0 w 3593901"/>
              <a:gd name="connsiteY5" fmla="*/ 3818415 h 3822605"/>
            </a:gdLst>
            <a:ahLst/>
            <a:cxnLst/>
            <a:rect l="l" t="t" r="r" b="b"/>
            <a:pathLst>
              <a:path w="3593901" h="3822605">
                <a:moveTo>
                  <a:pt x="0" y="0"/>
                </a:moveTo>
                <a:lnTo>
                  <a:pt x="3570623" y="0"/>
                </a:lnTo>
                <a:lnTo>
                  <a:pt x="3576202" y="43906"/>
                </a:lnTo>
                <a:cubicBezTo>
                  <a:pt x="3587906" y="159152"/>
                  <a:pt x="3593901" y="276085"/>
                  <a:pt x="3593901" y="394418"/>
                </a:cubicBezTo>
                <a:cubicBezTo>
                  <a:pt x="3593901" y="2287753"/>
                  <a:pt x="2059049" y="3822605"/>
                  <a:pt x="165714" y="3822605"/>
                </a:cubicBezTo>
                <a:lnTo>
                  <a:pt x="0" y="3818415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accent1">
                  <a:lumMod val="40000"/>
                  <a:lumOff val="60000"/>
                  <a:alpha val="29000"/>
                </a:schemeClr>
              </a:gs>
            </a:gsLst>
            <a:lin ang="21594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标题 1"/>
          <p:cNvSpPr txBox="1"/>
          <p:nvPr/>
        </p:nvSpPr>
        <p:spPr>
          <a:xfrm flipH="1">
            <a:off x="569423" y="489686"/>
            <a:ext cx="1672266" cy="549270"/>
          </a:xfrm>
          <a:custGeom>
            <a:avLst/>
            <a:gdLst>
              <a:gd name="connsiteX0" fmla="*/ 64839 w 1108502"/>
              <a:gd name="connsiteY0" fmla="*/ 32419 h 364097"/>
              <a:gd name="connsiteX1" fmla="*/ 32420 w 1108502"/>
              <a:gd name="connsiteY1" fmla="*/ 64839 h 364097"/>
              <a:gd name="connsiteX2" fmla="*/ 0 w 1108502"/>
              <a:gd name="connsiteY2" fmla="*/ 32419 h 364097"/>
              <a:gd name="connsiteX3" fmla="*/ 32420 w 1108502"/>
              <a:gd name="connsiteY3" fmla="*/ 0 h 364097"/>
              <a:gd name="connsiteX4" fmla="*/ 64839 w 1108502"/>
              <a:gd name="connsiteY4" fmla="*/ 32419 h 364097"/>
              <a:gd name="connsiteX5" fmla="*/ 180802 w 1108502"/>
              <a:gd name="connsiteY5" fmla="*/ 1247 h 364097"/>
              <a:gd name="connsiteX6" fmla="*/ 148382 w 1108502"/>
              <a:gd name="connsiteY6" fmla="*/ 33666 h 364097"/>
              <a:gd name="connsiteX7" fmla="*/ 180802 w 1108502"/>
              <a:gd name="connsiteY7" fmla="*/ 66086 h 364097"/>
              <a:gd name="connsiteX8" fmla="*/ 213222 w 1108502"/>
              <a:gd name="connsiteY8" fmla="*/ 33666 h 364097"/>
              <a:gd name="connsiteX9" fmla="*/ 180802 w 1108502"/>
              <a:gd name="connsiteY9" fmla="*/ 1247 h 364097"/>
              <a:gd name="connsiteX10" fmla="*/ 64839 w 1108502"/>
              <a:gd name="connsiteY10" fmla="*/ 182048 h 364097"/>
              <a:gd name="connsiteX11" fmla="*/ 32420 w 1108502"/>
              <a:gd name="connsiteY11" fmla="*/ 149629 h 364097"/>
              <a:gd name="connsiteX12" fmla="*/ 0 w 1108502"/>
              <a:gd name="connsiteY12" fmla="*/ 182048 h 364097"/>
              <a:gd name="connsiteX13" fmla="*/ 32420 w 1108502"/>
              <a:gd name="connsiteY13" fmla="*/ 214468 h 364097"/>
              <a:gd name="connsiteX14" fmla="*/ 64839 w 1108502"/>
              <a:gd name="connsiteY14" fmla="*/ 182048 h 364097"/>
              <a:gd name="connsiteX15" fmla="*/ 330431 w 1108502"/>
              <a:gd name="connsiteY15" fmla="*/ 1247 h 364097"/>
              <a:gd name="connsiteX16" fmla="*/ 298011 w 1108502"/>
              <a:gd name="connsiteY16" fmla="*/ 33666 h 364097"/>
              <a:gd name="connsiteX17" fmla="*/ 330431 w 1108502"/>
              <a:gd name="connsiteY17" fmla="*/ 66086 h 364097"/>
              <a:gd name="connsiteX18" fmla="*/ 362851 w 1108502"/>
              <a:gd name="connsiteY18" fmla="*/ 33666 h 364097"/>
              <a:gd name="connsiteX19" fmla="*/ 330431 w 1108502"/>
              <a:gd name="connsiteY19" fmla="*/ 1247 h 364097"/>
              <a:gd name="connsiteX20" fmla="*/ 480060 w 1108502"/>
              <a:gd name="connsiteY20" fmla="*/ 1247 h 364097"/>
              <a:gd name="connsiteX21" fmla="*/ 447640 w 1108502"/>
              <a:gd name="connsiteY21" fmla="*/ 33666 h 364097"/>
              <a:gd name="connsiteX22" fmla="*/ 480060 w 1108502"/>
              <a:gd name="connsiteY22" fmla="*/ 66086 h 364097"/>
              <a:gd name="connsiteX23" fmla="*/ 512480 w 1108502"/>
              <a:gd name="connsiteY23" fmla="*/ 33666 h 364097"/>
              <a:gd name="connsiteX24" fmla="*/ 480060 w 1108502"/>
              <a:gd name="connsiteY24" fmla="*/ 1247 h 364097"/>
              <a:gd name="connsiteX25" fmla="*/ 628442 w 1108502"/>
              <a:gd name="connsiteY25" fmla="*/ 1247 h 364097"/>
              <a:gd name="connsiteX26" fmla="*/ 596022 w 1108502"/>
              <a:gd name="connsiteY26" fmla="*/ 33666 h 364097"/>
              <a:gd name="connsiteX27" fmla="*/ 628442 w 1108502"/>
              <a:gd name="connsiteY27" fmla="*/ 66086 h 364097"/>
              <a:gd name="connsiteX28" fmla="*/ 660862 w 1108502"/>
              <a:gd name="connsiteY28" fmla="*/ 33666 h 364097"/>
              <a:gd name="connsiteX29" fmla="*/ 628442 w 1108502"/>
              <a:gd name="connsiteY29" fmla="*/ 1247 h 364097"/>
              <a:gd name="connsiteX30" fmla="*/ 778071 w 1108502"/>
              <a:gd name="connsiteY30" fmla="*/ 1247 h 364097"/>
              <a:gd name="connsiteX31" fmla="*/ 745652 w 1108502"/>
              <a:gd name="connsiteY31" fmla="*/ 33666 h 364097"/>
              <a:gd name="connsiteX32" fmla="*/ 778071 w 1108502"/>
              <a:gd name="connsiteY32" fmla="*/ 66086 h 364097"/>
              <a:gd name="connsiteX33" fmla="*/ 810491 w 1108502"/>
              <a:gd name="connsiteY33" fmla="*/ 33666 h 364097"/>
              <a:gd name="connsiteX34" fmla="*/ 778071 w 1108502"/>
              <a:gd name="connsiteY34" fmla="*/ 1247 h 364097"/>
              <a:gd name="connsiteX35" fmla="*/ 926453 w 1108502"/>
              <a:gd name="connsiteY35" fmla="*/ 1247 h 364097"/>
              <a:gd name="connsiteX36" fmla="*/ 894034 w 1108502"/>
              <a:gd name="connsiteY36" fmla="*/ 33666 h 364097"/>
              <a:gd name="connsiteX37" fmla="*/ 926453 w 1108502"/>
              <a:gd name="connsiteY37" fmla="*/ 66086 h 364097"/>
              <a:gd name="connsiteX38" fmla="*/ 958873 w 1108502"/>
              <a:gd name="connsiteY38" fmla="*/ 33666 h 364097"/>
              <a:gd name="connsiteX39" fmla="*/ 926453 w 1108502"/>
              <a:gd name="connsiteY39" fmla="*/ 1247 h 364097"/>
              <a:gd name="connsiteX40" fmla="*/ 1076082 w 1108502"/>
              <a:gd name="connsiteY40" fmla="*/ 1247 h 364097"/>
              <a:gd name="connsiteX41" fmla="*/ 1043663 w 1108502"/>
              <a:gd name="connsiteY41" fmla="*/ 33666 h 364097"/>
              <a:gd name="connsiteX42" fmla="*/ 1076082 w 1108502"/>
              <a:gd name="connsiteY42" fmla="*/ 66086 h 364097"/>
              <a:gd name="connsiteX43" fmla="*/ 1108503 w 1108502"/>
              <a:gd name="connsiteY43" fmla="*/ 33666 h 364097"/>
              <a:gd name="connsiteX44" fmla="*/ 1076082 w 1108502"/>
              <a:gd name="connsiteY44" fmla="*/ 1247 h 364097"/>
              <a:gd name="connsiteX45" fmla="*/ 180802 w 1108502"/>
              <a:gd name="connsiteY45" fmla="*/ 149629 h 364097"/>
              <a:gd name="connsiteX46" fmla="*/ 148382 w 1108502"/>
              <a:gd name="connsiteY46" fmla="*/ 182048 h 364097"/>
              <a:gd name="connsiteX47" fmla="*/ 180802 w 1108502"/>
              <a:gd name="connsiteY47" fmla="*/ 214468 h 364097"/>
              <a:gd name="connsiteX48" fmla="*/ 213222 w 1108502"/>
              <a:gd name="connsiteY48" fmla="*/ 182048 h 364097"/>
              <a:gd name="connsiteX49" fmla="*/ 180802 w 1108502"/>
              <a:gd name="connsiteY49" fmla="*/ 149629 h 364097"/>
              <a:gd name="connsiteX50" fmla="*/ 330431 w 1108502"/>
              <a:gd name="connsiteY50" fmla="*/ 149629 h 364097"/>
              <a:gd name="connsiteX51" fmla="*/ 298011 w 1108502"/>
              <a:gd name="connsiteY51" fmla="*/ 182048 h 364097"/>
              <a:gd name="connsiteX52" fmla="*/ 330431 w 1108502"/>
              <a:gd name="connsiteY52" fmla="*/ 214468 h 364097"/>
              <a:gd name="connsiteX53" fmla="*/ 362851 w 1108502"/>
              <a:gd name="connsiteY53" fmla="*/ 182048 h 364097"/>
              <a:gd name="connsiteX54" fmla="*/ 330431 w 1108502"/>
              <a:gd name="connsiteY54" fmla="*/ 149629 h 364097"/>
              <a:gd name="connsiteX55" fmla="*/ 480060 w 1108502"/>
              <a:gd name="connsiteY55" fmla="*/ 149629 h 364097"/>
              <a:gd name="connsiteX56" fmla="*/ 447640 w 1108502"/>
              <a:gd name="connsiteY56" fmla="*/ 182048 h 364097"/>
              <a:gd name="connsiteX57" fmla="*/ 480060 w 1108502"/>
              <a:gd name="connsiteY57" fmla="*/ 214468 h 364097"/>
              <a:gd name="connsiteX58" fmla="*/ 512480 w 1108502"/>
              <a:gd name="connsiteY58" fmla="*/ 182048 h 364097"/>
              <a:gd name="connsiteX59" fmla="*/ 480060 w 1108502"/>
              <a:gd name="connsiteY59" fmla="*/ 149629 h 364097"/>
              <a:gd name="connsiteX60" fmla="*/ 628442 w 1108502"/>
              <a:gd name="connsiteY60" fmla="*/ 149629 h 364097"/>
              <a:gd name="connsiteX61" fmla="*/ 596022 w 1108502"/>
              <a:gd name="connsiteY61" fmla="*/ 182048 h 364097"/>
              <a:gd name="connsiteX62" fmla="*/ 628442 w 1108502"/>
              <a:gd name="connsiteY62" fmla="*/ 214468 h 364097"/>
              <a:gd name="connsiteX63" fmla="*/ 660862 w 1108502"/>
              <a:gd name="connsiteY63" fmla="*/ 182048 h 364097"/>
              <a:gd name="connsiteX64" fmla="*/ 628442 w 1108502"/>
              <a:gd name="connsiteY64" fmla="*/ 149629 h 364097"/>
              <a:gd name="connsiteX65" fmla="*/ 778071 w 1108502"/>
              <a:gd name="connsiteY65" fmla="*/ 149629 h 364097"/>
              <a:gd name="connsiteX66" fmla="*/ 745652 w 1108502"/>
              <a:gd name="connsiteY66" fmla="*/ 182048 h 364097"/>
              <a:gd name="connsiteX67" fmla="*/ 778071 w 1108502"/>
              <a:gd name="connsiteY67" fmla="*/ 214468 h 364097"/>
              <a:gd name="connsiteX68" fmla="*/ 810491 w 1108502"/>
              <a:gd name="connsiteY68" fmla="*/ 182048 h 364097"/>
              <a:gd name="connsiteX69" fmla="*/ 778071 w 1108502"/>
              <a:gd name="connsiteY69" fmla="*/ 149629 h 364097"/>
              <a:gd name="connsiteX70" fmla="*/ 926453 w 1108502"/>
              <a:gd name="connsiteY70" fmla="*/ 149629 h 364097"/>
              <a:gd name="connsiteX71" fmla="*/ 894034 w 1108502"/>
              <a:gd name="connsiteY71" fmla="*/ 182048 h 364097"/>
              <a:gd name="connsiteX72" fmla="*/ 926453 w 1108502"/>
              <a:gd name="connsiteY72" fmla="*/ 214468 h 364097"/>
              <a:gd name="connsiteX73" fmla="*/ 958873 w 1108502"/>
              <a:gd name="connsiteY73" fmla="*/ 182048 h 364097"/>
              <a:gd name="connsiteX74" fmla="*/ 926453 w 1108502"/>
              <a:gd name="connsiteY74" fmla="*/ 149629 h 364097"/>
              <a:gd name="connsiteX75" fmla="*/ 1076082 w 1108502"/>
              <a:gd name="connsiteY75" fmla="*/ 149629 h 364097"/>
              <a:gd name="connsiteX76" fmla="*/ 1043663 w 1108502"/>
              <a:gd name="connsiteY76" fmla="*/ 182048 h 364097"/>
              <a:gd name="connsiteX77" fmla="*/ 1076082 w 1108502"/>
              <a:gd name="connsiteY77" fmla="*/ 214468 h 364097"/>
              <a:gd name="connsiteX78" fmla="*/ 1108503 w 1108502"/>
              <a:gd name="connsiteY78" fmla="*/ 182048 h 364097"/>
              <a:gd name="connsiteX79" fmla="*/ 1076082 w 1108502"/>
              <a:gd name="connsiteY79" fmla="*/ 149629 h 364097"/>
              <a:gd name="connsiteX80" fmla="*/ 32420 w 1108502"/>
              <a:gd name="connsiteY80" fmla="*/ 299258 h 364097"/>
              <a:gd name="connsiteX81" fmla="*/ 0 w 1108502"/>
              <a:gd name="connsiteY81" fmla="*/ 331678 h 364097"/>
              <a:gd name="connsiteX82" fmla="*/ 32420 w 1108502"/>
              <a:gd name="connsiteY82" fmla="*/ 364097 h 364097"/>
              <a:gd name="connsiteX83" fmla="*/ 64839 w 1108502"/>
              <a:gd name="connsiteY83" fmla="*/ 331678 h 364097"/>
              <a:gd name="connsiteX84" fmla="*/ 32420 w 1108502"/>
              <a:gd name="connsiteY84" fmla="*/ 299258 h 364097"/>
              <a:gd name="connsiteX85" fmla="*/ 180802 w 1108502"/>
              <a:gd name="connsiteY85" fmla="*/ 299258 h 364097"/>
              <a:gd name="connsiteX86" fmla="*/ 148382 w 1108502"/>
              <a:gd name="connsiteY86" fmla="*/ 331678 h 364097"/>
              <a:gd name="connsiteX87" fmla="*/ 180802 w 1108502"/>
              <a:gd name="connsiteY87" fmla="*/ 364097 h 364097"/>
              <a:gd name="connsiteX88" fmla="*/ 213222 w 1108502"/>
              <a:gd name="connsiteY88" fmla="*/ 331678 h 364097"/>
              <a:gd name="connsiteX89" fmla="*/ 180802 w 1108502"/>
              <a:gd name="connsiteY89" fmla="*/ 299258 h 364097"/>
              <a:gd name="connsiteX90" fmla="*/ 330431 w 1108502"/>
              <a:gd name="connsiteY90" fmla="*/ 299258 h 364097"/>
              <a:gd name="connsiteX91" fmla="*/ 298011 w 1108502"/>
              <a:gd name="connsiteY91" fmla="*/ 331678 h 364097"/>
              <a:gd name="connsiteX92" fmla="*/ 330431 w 1108502"/>
              <a:gd name="connsiteY92" fmla="*/ 364097 h 364097"/>
              <a:gd name="connsiteX93" fmla="*/ 362851 w 1108502"/>
              <a:gd name="connsiteY93" fmla="*/ 331678 h 364097"/>
              <a:gd name="connsiteX94" fmla="*/ 330431 w 1108502"/>
              <a:gd name="connsiteY94" fmla="*/ 299258 h 364097"/>
              <a:gd name="connsiteX95" fmla="*/ 480060 w 1108502"/>
              <a:gd name="connsiteY95" fmla="*/ 299258 h 364097"/>
              <a:gd name="connsiteX96" fmla="*/ 447640 w 1108502"/>
              <a:gd name="connsiteY96" fmla="*/ 331678 h 364097"/>
              <a:gd name="connsiteX97" fmla="*/ 480060 w 1108502"/>
              <a:gd name="connsiteY97" fmla="*/ 364097 h 364097"/>
              <a:gd name="connsiteX98" fmla="*/ 512480 w 1108502"/>
              <a:gd name="connsiteY98" fmla="*/ 331678 h 364097"/>
              <a:gd name="connsiteX99" fmla="*/ 480060 w 1108502"/>
              <a:gd name="connsiteY99" fmla="*/ 299258 h 364097"/>
              <a:gd name="connsiteX100" fmla="*/ 628442 w 1108502"/>
              <a:gd name="connsiteY100" fmla="*/ 299258 h 364097"/>
              <a:gd name="connsiteX101" fmla="*/ 596022 w 1108502"/>
              <a:gd name="connsiteY101" fmla="*/ 331678 h 364097"/>
              <a:gd name="connsiteX102" fmla="*/ 628442 w 1108502"/>
              <a:gd name="connsiteY102" fmla="*/ 364097 h 364097"/>
              <a:gd name="connsiteX103" fmla="*/ 660862 w 1108502"/>
              <a:gd name="connsiteY103" fmla="*/ 331678 h 364097"/>
              <a:gd name="connsiteX104" fmla="*/ 628442 w 1108502"/>
              <a:gd name="connsiteY104" fmla="*/ 299258 h 364097"/>
              <a:gd name="connsiteX105" fmla="*/ 778071 w 1108502"/>
              <a:gd name="connsiteY105" fmla="*/ 299258 h 364097"/>
              <a:gd name="connsiteX106" fmla="*/ 745652 w 1108502"/>
              <a:gd name="connsiteY106" fmla="*/ 331678 h 364097"/>
              <a:gd name="connsiteX107" fmla="*/ 778071 w 1108502"/>
              <a:gd name="connsiteY107" fmla="*/ 364097 h 364097"/>
              <a:gd name="connsiteX108" fmla="*/ 810491 w 1108502"/>
              <a:gd name="connsiteY108" fmla="*/ 331678 h 364097"/>
              <a:gd name="connsiteX109" fmla="*/ 778071 w 1108502"/>
              <a:gd name="connsiteY109" fmla="*/ 299258 h 364097"/>
              <a:gd name="connsiteX110" fmla="*/ 926453 w 1108502"/>
              <a:gd name="connsiteY110" fmla="*/ 299258 h 364097"/>
              <a:gd name="connsiteX111" fmla="*/ 894034 w 1108502"/>
              <a:gd name="connsiteY111" fmla="*/ 331678 h 364097"/>
              <a:gd name="connsiteX112" fmla="*/ 926453 w 1108502"/>
              <a:gd name="connsiteY112" fmla="*/ 364097 h 364097"/>
              <a:gd name="connsiteX113" fmla="*/ 958873 w 1108502"/>
              <a:gd name="connsiteY113" fmla="*/ 331678 h 364097"/>
              <a:gd name="connsiteX114" fmla="*/ 926453 w 1108502"/>
              <a:gd name="connsiteY114" fmla="*/ 299258 h 364097"/>
              <a:gd name="connsiteX115" fmla="*/ 1076082 w 1108502"/>
              <a:gd name="connsiteY115" fmla="*/ 299258 h 364097"/>
              <a:gd name="connsiteX116" fmla="*/ 1043663 w 1108502"/>
              <a:gd name="connsiteY116" fmla="*/ 331678 h 364097"/>
              <a:gd name="connsiteX117" fmla="*/ 1076082 w 1108502"/>
              <a:gd name="connsiteY117" fmla="*/ 364097 h 364097"/>
              <a:gd name="connsiteX118" fmla="*/ 1108503 w 1108502"/>
              <a:gd name="connsiteY118" fmla="*/ 331678 h 364097"/>
              <a:gd name="connsiteX119" fmla="*/ 1076082 w 1108502"/>
              <a:gd name="connsiteY119" fmla="*/ 299258 h 364097"/>
            </a:gdLst>
            <a:ahLst/>
            <a:cxnLst/>
            <a:rect l="l" t="t" r="r" b="b"/>
            <a:pathLst>
              <a:path w="1108502" h="364097">
                <a:moveTo>
                  <a:pt x="64839" y="32419"/>
                </a:moveTo>
                <a:cubicBezTo>
                  <a:pt x="64839" y="49876"/>
                  <a:pt x="49876" y="64839"/>
                  <a:pt x="32420" y="64839"/>
                </a:cubicBezTo>
                <a:cubicBezTo>
                  <a:pt x="14963" y="64839"/>
                  <a:pt x="0" y="49876"/>
                  <a:pt x="0" y="32419"/>
                </a:cubicBezTo>
                <a:cubicBezTo>
                  <a:pt x="0" y="14963"/>
                  <a:pt x="14963" y="0"/>
                  <a:pt x="32420" y="0"/>
                </a:cubicBezTo>
                <a:cubicBezTo>
                  <a:pt x="49876" y="1247"/>
                  <a:pt x="64839" y="14963"/>
                  <a:pt x="64839" y="32419"/>
                </a:cubicBezTo>
                <a:close/>
                <a:moveTo>
                  <a:pt x="180802" y="1247"/>
                </a:moveTo>
                <a:cubicBezTo>
                  <a:pt x="163345" y="1247"/>
                  <a:pt x="148382" y="16210"/>
                  <a:pt x="148382" y="33666"/>
                </a:cubicBezTo>
                <a:cubicBezTo>
                  <a:pt x="148382" y="51123"/>
                  <a:pt x="163345" y="66086"/>
                  <a:pt x="180802" y="66086"/>
                </a:cubicBezTo>
                <a:cubicBezTo>
                  <a:pt x="198258" y="66086"/>
                  <a:pt x="213222" y="51123"/>
                  <a:pt x="213222" y="33666"/>
                </a:cubicBezTo>
                <a:cubicBezTo>
                  <a:pt x="213222" y="14963"/>
                  <a:pt x="199505" y="1247"/>
                  <a:pt x="180802" y="1247"/>
                </a:cubicBezTo>
                <a:close/>
                <a:moveTo>
                  <a:pt x="64839" y="182048"/>
                </a:moveTo>
                <a:cubicBezTo>
                  <a:pt x="64839" y="164592"/>
                  <a:pt x="49876" y="149629"/>
                  <a:pt x="32420" y="149629"/>
                </a:cubicBezTo>
                <a:cubicBezTo>
                  <a:pt x="14963" y="149629"/>
                  <a:pt x="0" y="164592"/>
                  <a:pt x="0" y="182048"/>
                </a:cubicBezTo>
                <a:cubicBezTo>
                  <a:pt x="0" y="199505"/>
                  <a:pt x="14963" y="214468"/>
                  <a:pt x="32420" y="214468"/>
                </a:cubicBezTo>
                <a:cubicBezTo>
                  <a:pt x="49876" y="214468"/>
                  <a:pt x="64839" y="199505"/>
                  <a:pt x="64839" y="182048"/>
                </a:cubicBezTo>
                <a:close/>
                <a:moveTo>
                  <a:pt x="330431" y="1247"/>
                </a:moveTo>
                <a:cubicBezTo>
                  <a:pt x="312974" y="1247"/>
                  <a:pt x="298011" y="16210"/>
                  <a:pt x="298011" y="33666"/>
                </a:cubicBezTo>
                <a:cubicBezTo>
                  <a:pt x="298011" y="51123"/>
                  <a:pt x="312974" y="66086"/>
                  <a:pt x="330431" y="66086"/>
                </a:cubicBezTo>
                <a:cubicBezTo>
                  <a:pt x="347888" y="66086"/>
                  <a:pt x="362851" y="51123"/>
                  <a:pt x="362851" y="33666"/>
                </a:cubicBezTo>
                <a:cubicBezTo>
                  <a:pt x="362851" y="14963"/>
                  <a:pt x="347888" y="1247"/>
                  <a:pt x="330431" y="1247"/>
                </a:cubicBezTo>
                <a:close/>
                <a:moveTo>
                  <a:pt x="480060" y="1247"/>
                </a:moveTo>
                <a:cubicBezTo>
                  <a:pt x="462603" y="1247"/>
                  <a:pt x="447640" y="16210"/>
                  <a:pt x="447640" y="33666"/>
                </a:cubicBezTo>
                <a:cubicBezTo>
                  <a:pt x="447640" y="51123"/>
                  <a:pt x="462603" y="66086"/>
                  <a:pt x="480060" y="66086"/>
                </a:cubicBezTo>
                <a:cubicBezTo>
                  <a:pt x="497517" y="66086"/>
                  <a:pt x="512480" y="51123"/>
                  <a:pt x="512480" y="33666"/>
                </a:cubicBezTo>
                <a:cubicBezTo>
                  <a:pt x="511233" y="14963"/>
                  <a:pt x="497517" y="1247"/>
                  <a:pt x="480060" y="1247"/>
                </a:cubicBezTo>
                <a:close/>
                <a:moveTo>
                  <a:pt x="628442" y="1247"/>
                </a:moveTo>
                <a:cubicBezTo>
                  <a:pt x="610985" y="1247"/>
                  <a:pt x="596022" y="16210"/>
                  <a:pt x="596022" y="33666"/>
                </a:cubicBezTo>
                <a:cubicBezTo>
                  <a:pt x="596022" y="51123"/>
                  <a:pt x="610985" y="66086"/>
                  <a:pt x="628442" y="66086"/>
                </a:cubicBezTo>
                <a:cubicBezTo>
                  <a:pt x="645899" y="66086"/>
                  <a:pt x="660862" y="51123"/>
                  <a:pt x="660862" y="33666"/>
                </a:cubicBezTo>
                <a:cubicBezTo>
                  <a:pt x="660862" y="14963"/>
                  <a:pt x="645899" y="1247"/>
                  <a:pt x="628442" y="1247"/>
                </a:cubicBezTo>
                <a:close/>
                <a:moveTo>
                  <a:pt x="778071" y="1247"/>
                </a:moveTo>
                <a:cubicBezTo>
                  <a:pt x="760615" y="1247"/>
                  <a:pt x="745652" y="16210"/>
                  <a:pt x="745652" y="33666"/>
                </a:cubicBezTo>
                <a:cubicBezTo>
                  <a:pt x="745652" y="51123"/>
                  <a:pt x="760615" y="66086"/>
                  <a:pt x="778071" y="66086"/>
                </a:cubicBezTo>
                <a:cubicBezTo>
                  <a:pt x="795528" y="66086"/>
                  <a:pt x="810491" y="51123"/>
                  <a:pt x="810491" y="33666"/>
                </a:cubicBezTo>
                <a:cubicBezTo>
                  <a:pt x="809244" y="14963"/>
                  <a:pt x="795528" y="1247"/>
                  <a:pt x="778071" y="1247"/>
                </a:cubicBezTo>
                <a:close/>
                <a:moveTo>
                  <a:pt x="926453" y="1247"/>
                </a:moveTo>
                <a:cubicBezTo>
                  <a:pt x="908997" y="1247"/>
                  <a:pt x="894034" y="16210"/>
                  <a:pt x="894034" y="33666"/>
                </a:cubicBezTo>
                <a:cubicBezTo>
                  <a:pt x="894034" y="51123"/>
                  <a:pt x="908997" y="66086"/>
                  <a:pt x="926453" y="66086"/>
                </a:cubicBezTo>
                <a:cubicBezTo>
                  <a:pt x="943910" y="66086"/>
                  <a:pt x="958873" y="51123"/>
                  <a:pt x="958873" y="33666"/>
                </a:cubicBezTo>
                <a:cubicBezTo>
                  <a:pt x="958873" y="14963"/>
                  <a:pt x="943910" y="1247"/>
                  <a:pt x="926453" y="1247"/>
                </a:cubicBezTo>
                <a:close/>
                <a:moveTo>
                  <a:pt x="1076082" y="1247"/>
                </a:moveTo>
                <a:cubicBezTo>
                  <a:pt x="1058626" y="1247"/>
                  <a:pt x="1043663" y="16210"/>
                  <a:pt x="1043663" y="33666"/>
                </a:cubicBezTo>
                <a:cubicBezTo>
                  <a:pt x="1043663" y="51123"/>
                  <a:pt x="1058626" y="66086"/>
                  <a:pt x="1076082" y="66086"/>
                </a:cubicBezTo>
                <a:cubicBezTo>
                  <a:pt x="1093539" y="66086"/>
                  <a:pt x="1108503" y="51123"/>
                  <a:pt x="1108503" y="33666"/>
                </a:cubicBezTo>
                <a:cubicBezTo>
                  <a:pt x="1107255" y="14963"/>
                  <a:pt x="1093539" y="1247"/>
                  <a:pt x="1076082" y="1247"/>
                </a:cubicBezTo>
                <a:close/>
                <a:moveTo>
                  <a:pt x="180802" y="149629"/>
                </a:moveTo>
                <a:cubicBezTo>
                  <a:pt x="163345" y="149629"/>
                  <a:pt x="148382" y="164592"/>
                  <a:pt x="148382" y="182048"/>
                </a:cubicBezTo>
                <a:cubicBezTo>
                  <a:pt x="148382" y="199505"/>
                  <a:pt x="163345" y="214468"/>
                  <a:pt x="180802" y="214468"/>
                </a:cubicBezTo>
                <a:cubicBezTo>
                  <a:pt x="198258" y="214468"/>
                  <a:pt x="213222" y="199505"/>
                  <a:pt x="213222" y="182048"/>
                </a:cubicBezTo>
                <a:cubicBezTo>
                  <a:pt x="213222" y="164592"/>
                  <a:pt x="199505" y="149629"/>
                  <a:pt x="180802" y="149629"/>
                </a:cubicBezTo>
                <a:close/>
                <a:moveTo>
                  <a:pt x="330431" y="149629"/>
                </a:moveTo>
                <a:cubicBezTo>
                  <a:pt x="312974" y="149629"/>
                  <a:pt x="298011" y="164592"/>
                  <a:pt x="298011" y="182048"/>
                </a:cubicBezTo>
                <a:cubicBezTo>
                  <a:pt x="298011" y="199505"/>
                  <a:pt x="312974" y="214468"/>
                  <a:pt x="330431" y="214468"/>
                </a:cubicBezTo>
                <a:cubicBezTo>
                  <a:pt x="347888" y="214468"/>
                  <a:pt x="362851" y="199505"/>
                  <a:pt x="362851" y="182048"/>
                </a:cubicBezTo>
                <a:cubicBezTo>
                  <a:pt x="362851" y="164592"/>
                  <a:pt x="347888" y="149629"/>
                  <a:pt x="330431" y="149629"/>
                </a:cubicBezTo>
                <a:close/>
                <a:moveTo>
                  <a:pt x="480060" y="149629"/>
                </a:moveTo>
                <a:cubicBezTo>
                  <a:pt x="462603" y="149629"/>
                  <a:pt x="447640" y="164592"/>
                  <a:pt x="447640" y="182048"/>
                </a:cubicBezTo>
                <a:cubicBezTo>
                  <a:pt x="447640" y="199505"/>
                  <a:pt x="462603" y="214468"/>
                  <a:pt x="480060" y="214468"/>
                </a:cubicBezTo>
                <a:cubicBezTo>
                  <a:pt x="497517" y="214468"/>
                  <a:pt x="512480" y="199505"/>
                  <a:pt x="512480" y="182048"/>
                </a:cubicBezTo>
                <a:cubicBezTo>
                  <a:pt x="512480" y="164592"/>
                  <a:pt x="497517" y="149629"/>
                  <a:pt x="480060" y="149629"/>
                </a:cubicBezTo>
                <a:close/>
                <a:moveTo>
                  <a:pt x="628442" y="149629"/>
                </a:moveTo>
                <a:cubicBezTo>
                  <a:pt x="610985" y="149629"/>
                  <a:pt x="596022" y="164592"/>
                  <a:pt x="596022" y="182048"/>
                </a:cubicBezTo>
                <a:cubicBezTo>
                  <a:pt x="596022" y="199505"/>
                  <a:pt x="610985" y="214468"/>
                  <a:pt x="628442" y="214468"/>
                </a:cubicBezTo>
                <a:cubicBezTo>
                  <a:pt x="645899" y="214468"/>
                  <a:pt x="660862" y="199505"/>
                  <a:pt x="660862" y="182048"/>
                </a:cubicBezTo>
                <a:cubicBezTo>
                  <a:pt x="660862" y="164592"/>
                  <a:pt x="645899" y="149629"/>
                  <a:pt x="628442" y="149629"/>
                </a:cubicBezTo>
                <a:close/>
                <a:moveTo>
                  <a:pt x="778071" y="149629"/>
                </a:moveTo>
                <a:cubicBezTo>
                  <a:pt x="760615" y="149629"/>
                  <a:pt x="745652" y="164592"/>
                  <a:pt x="745652" y="182048"/>
                </a:cubicBezTo>
                <a:cubicBezTo>
                  <a:pt x="745652" y="199505"/>
                  <a:pt x="760615" y="214468"/>
                  <a:pt x="778071" y="214468"/>
                </a:cubicBezTo>
                <a:cubicBezTo>
                  <a:pt x="795528" y="214468"/>
                  <a:pt x="810491" y="199505"/>
                  <a:pt x="810491" y="182048"/>
                </a:cubicBezTo>
                <a:cubicBezTo>
                  <a:pt x="810491" y="164592"/>
                  <a:pt x="795528" y="149629"/>
                  <a:pt x="778071" y="149629"/>
                </a:cubicBezTo>
                <a:close/>
                <a:moveTo>
                  <a:pt x="926453" y="149629"/>
                </a:moveTo>
                <a:cubicBezTo>
                  <a:pt x="908997" y="149629"/>
                  <a:pt x="894034" y="164592"/>
                  <a:pt x="894034" y="182048"/>
                </a:cubicBezTo>
                <a:cubicBezTo>
                  <a:pt x="894034" y="199505"/>
                  <a:pt x="908997" y="214468"/>
                  <a:pt x="926453" y="214468"/>
                </a:cubicBezTo>
                <a:cubicBezTo>
                  <a:pt x="943910" y="214468"/>
                  <a:pt x="958873" y="199505"/>
                  <a:pt x="958873" y="182048"/>
                </a:cubicBezTo>
                <a:cubicBezTo>
                  <a:pt x="958873" y="164592"/>
                  <a:pt x="943910" y="149629"/>
                  <a:pt x="926453" y="149629"/>
                </a:cubicBezTo>
                <a:close/>
                <a:moveTo>
                  <a:pt x="1076082" y="149629"/>
                </a:moveTo>
                <a:cubicBezTo>
                  <a:pt x="1058626" y="149629"/>
                  <a:pt x="1043663" y="164592"/>
                  <a:pt x="1043663" y="182048"/>
                </a:cubicBezTo>
                <a:cubicBezTo>
                  <a:pt x="1043663" y="199505"/>
                  <a:pt x="1058626" y="214468"/>
                  <a:pt x="1076082" y="214468"/>
                </a:cubicBezTo>
                <a:cubicBezTo>
                  <a:pt x="1093539" y="214468"/>
                  <a:pt x="1108503" y="199505"/>
                  <a:pt x="1108503" y="182048"/>
                </a:cubicBezTo>
                <a:cubicBezTo>
                  <a:pt x="1108503" y="164592"/>
                  <a:pt x="1093539" y="149629"/>
                  <a:pt x="1076082" y="149629"/>
                </a:cubicBezTo>
                <a:close/>
                <a:moveTo>
                  <a:pt x="32420" y="299258"/>
                </a:moveTo>
                <a:cubicBezTo>
                  <a:pt x="14963" y="299258"/>
                  <a:pt x="0" y="314221"/>
                  <a:pt x="0" y="331678"/>
                </a:cubicBezTo>
                <a:cubicBezTo>
                  <a:pt x="0" y="349135"/>
                  <a:pt x="14963" y="364097"/>
                  <a:pt x="32420" y="364097"/>
                </a:cubicBezTo>
                <a:cubicBezTo>
                  <a:pt x="49876" y="364097"/>
                  <a:pt x="64839" y="349135"/>
                  <a:pt x="64839" y="331678"/>
                </a:cubicBezTo>
                <a:cubicBezTo>
                  <a:pt x="64839" y="314221"/>
                  <a:pt x="49876" y="299258"/>
                  <a:pt x="32420" y="299258"/>
                </a:cubicBezTo>
                <a:close/>
                <a:moveTo>
                  <a:pt x="180802" y="299258"/>
                </a:moveTo>
                <a:cubicBezTo>
                  <a:pt x="163345" y="299258"/>
                  <a:pt x="148382" y="314221"/>
                  <a:pt x="148382" y="331678"/>
                </a:cubicBezTo>
                <a:cubicBezTo>
                  <a:pt x="148382" y="349135"/>
                  <a:pt x="163345" y="364097"/>
                  <a:pt x="180802" y="364097"/>
                </a:cubicBezTo>
                <a:cubicBezTo>
                  <a:pt x="198258" y="364097"/>
                  <a:pt x="213222" y="349135"/>
                  <a:pt x="213222" y="331678"/>
                </a:cubicBezTo>
                <a:cubicBezTo>
                  <a:pt x="213222" y="314221"/>
                  <a:pt x="199505" y="299258"/>
                  <a:pt x="180802" y="299258"/>
                </a:cubicBezTo>
                <a:close/>
                <a:moveTo>
                  <a:pt x="330431" y="299258"/>
                </a:moveTo>
                <a:cubicBezTo>
                  <a:pt x="312974" y="299258"/>
                  <a:pt x="298011" y="314221"/>
                  <a:pt x="298011" y="331678"/>
                </a:cubicBezTo>
                <a:cubicBezTo>
                  <a:pt x="298011" y="349135"/>
                  <a:pt x="312974" y="364097"/>
                  <a:pt x="330431" y="364097"/>
                </a:cubicBezTo>
                <a:cubicBezTo>
                  <a:pt x="347888" y="364097"/>
                  <a:pt x="362851" y="349135"/>
                  <a:pt x="362851" y="331678"/>
                </a:cubicBezTo>
                <a:cubicBezTo>
                  <a:pt x="362851" y="314221"/>
                  <a:pt x="347888" y="299258"/>
                  <a:pt x="330431" y="299258"/>
                </a:cubicBezTo>
                <a:close/>
                <a:moveTo>
                  <a:pt x="480060" y="299258"/>
                </a:moveTo>
                <a:cubicBezTo>
                  <a:pt x="462603" y="299258"/>
                  <a:pt x="447640" y="314221"/>
                  <a:pt x="447640" y="331678"/>
                </a:cubicBezTo>
                <a:cubicBezTo>
                  <a:pt x="447640" y="349135"/>
                  <a:pt x="462603" y="364097"/>
                  <a:pt x="480060" y="364097"/>
                </a:cubicBezTo>
                <a:cubicBezTo>
                  <a:pt x="497517" y="364097"/>
                  <a:pt x="512480" y="349135"/>
                  <a:pt x="512480" y="331678"/>
                </a:cubicBezTo>
                <a:cubicBezTo>
                  <a:pt x="512480" y="314221"/>
                  <a:pt x="497517" y="299258"/>
                  <a:pt x="480060" y="299258"/>
                </a:cubicBezTo>
                <a:close/>
                <a:moveTo>
                  <a:pt x="628442" y="299258"/>
                </a:moveTo>
                <a:cubicBezTo>
                  <a:pt x="610985" y="299258"/>
                  <a:pt x="596022" y="314221"/>
                  <a:pt x="596022" y="331678"/>
                </a:cubicBezTo>
                <a:cubicBezTo>
                  <a:pt x="596022" y="349135"/>
                  <a:pt x="610985" y="364097"/>
                  <a:pt x="628442" y="364097"/>
                </a:cubicBezTo>
                <a:cubicBezTo>
                  <a:pt x="645899" y="364097"/>
                  <a:pt x="660862" y="349135"/>
                  <a:pt x="660862" y="331678"/>
                </a:cubicBezTo>
                <a:cubicBezTo>
                  <a:pt x="660862" y="314221"/>
                  <a:pt x="645899" y="299258"/>
                  <a:pt x="628442" y="299258"/>
                </a:cubicBezTo>
                <a:close/>
                <a:moveTo>
                  <a:pt x="778071" y="299258"/>
                </a:moveTo>
                <a:cubicBezTo>
                  <a:pt x="760615" y="299258"/>
                  <a:pt x="745652" y="314221"/>
                  <a:pt x="745652" y="331678"/>
                </a:cubicBezTo>
                <a:cubicBezTo>
                  <a:pt x="745652" y="349135"/>
                  <a:pt x="760615" y="364097"/>
                  <a:pt x="778071" y="364097"/>
                </a:cubicBezTo>
                <a:cubicBezTo>
                  <a:pt x="795528" y="364097"/>
                  <a:pt x="810491" y="349135"/>
                  <a:pt x="810491" y="331678"/>
                </a:cubicBezTo>
                <a:cubicBezTo>
                  <a:pt x="810491" y="314221"/>
                  <a:pt x="795528" y="299258"/>
                  <a:pt x="778071" y="299258"/>
                </a:cubicBezTo>
                <a:close/>
                <a:moveTo>
                  <a:pt x="926453" y="299258"/>
                </a:moveTo>
                <a:cubicBezTo>
                  <a:pt x="908997" y="299258"/>
                  <a:pt x="894034" y="314221"/>
                  <a:pt x="894034" y="331678"/>
                </a:cubicBezTo>
                <a:cubicBezTo>
                  <a:pt x="894034" y="349135"/>
                  <a:pt x="908997" y="364097"/>
                  <a:pt x="926453" y="364097"/>
                </a:cubicBezTo>
                <a:cubicBezTo>
                  <a:pt x="943910" y="364097"/>
                  <a:pt x="958873" y="349135"/>
                  <a:pt x="958873" y="331678"/>
                </a:cubicBezTo>
                <a:cubicBezTo>
                  <a:pt x="958873" y="314221"/>
                  <a:pt x="943910" y="299258"/>
                  <a:pt x="926453" y="299258"/>
                </a:cubicBezTo>
                <a:close/>
                <a:moveTo>
                  <a:pt x="1076082" y="299258"/>
                </a:moveTo>
                <a:cubicBezTo>
                  <a:pt x="1058626" y="299258"/>
                  <a:pt x="1043663" y="314221"/>
                  <a:pt x="1043663" y="331678"/>
                </a:cubicBezTo>
                <a:cubicBezTo>
                  <a:pt x="1043663" y="349135"/>
                  <a:pt x="1058626" y="364097"/>
                  <a:pt x="1076082" y="364097"/>
                </a:cubicBezTo>
                <a:cubicBezTo>
                  <a:pt x="1093539" y="364097"/>
                  <a:pt x="1108503" y="349135"/>
                  <a:pt x="1108503" y="331678"/>
                </a:cubicBezTo>
                <a:cubicBezTo>
                  <a:pt x="1108503" y="314221"/>
                  <a:pt x="1093539" y="299258"/>
                  <a:pt x="1076082" y="299258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0"/>
          </a:gradFill>
          <a:ln w="12468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标题 1"/>
          <p:cNvSpPr txBox="1"/>
          <p:nvPr/>
        </p:nvSpPr>
        <p:spPr>
          <a:xfrm flipH="1">
            <a:off x="9995058" y="5639841"/>
            <a:ext cx="1672266" cy="549270"/>
          </a:xfrm>
          <a:custGeom>
            <a:avLst/>
            <a:gdLst>
              <a:gd name="connsiteX0" fmla="*/ 64839 w 1108502"/>
              <a:gd name="connsiteY0" fmla="*/ 32419 h 364097"/>
              <a:gd name="connsiteX1" fmla="*/ 32420 w 1108502"/>
              <a:gd name="connsiteY1" fmla="*/ 64839 h 364097"/>
              <a:gd name="connsiteX2" fmla="*/ 0 w 1108502"/>
              <a:gd name="connsiteY2" fmla="*/ 32419 h 364097"/>
              <a:gd name="connsiteX3" fmla="*/ 32420 w 1108502"/>
              <a:gd name="connsiteY3" fmla="*/ 0 h 364097"/>
              <a:gd name="connsiteX4" fmla="*/ 64839 w 1108502"/>
              <a:gd name="connsiteY4" fmla="*/ 32419 h 364097"/>
              <a:gd name="connsiteX5" fmla="*/ 180802 w 1108502"/>
              <a:gd name="connsiteY5" fmla="*/ 1247 h 364097"/>
              <a:gd name="connsiteX6" fmla="*/ 148382 w 1108502"/>
              <a:gd name="connsiteY6" fmla="*/ 33666 h 364097"/>
              <a:gd name="connsiteX7" fmla="*/ 180802 w 1108502"/>
              <a:gd name="connsiteY7" fmla="*/ 66086 h 364097"/>
              <a:gd name="connsiteX8" fmla="*/ 213222 w 1108502"/>
              <a:gd name="connsiteY8" fmla="*/ 33666 h 364097"/>
              <a:gd name="connsiteX9" fmla="*/ 180802 w 1108502"/>
              <a:gd name="connsiteY9" fmla="*/ 1247 h 364097"/>
              <a:gd name="connsiteX10" fmla="*/ 64839 w 1108502"/>
              <a:gd name="connsiteY10" fmla="*/ 182048 h 364097"/>
              <a:gd name="connsiteX11" fmla="*/ 32420 w 1108502"/>
              <a:gd name="connsiteY11" fmla="*/ 149629 h 364097"/>
              <a:gd name="connsiteX12" fmla="*/ 0 w 1108502"/>
              <a:gd name="connsiteY12" fmla="*/ 182048 h 364097"/>
              <a:gd name="connsiteX13" fmla="*/ 32420 w 1108502"/>
              <a:gd name="connsiteY13" fmla="*/ 214468 h 364097"/>
              <a:gd name="connsiteX14" fmla="*/ 64839 w 1108502"/>
              <a:gd name="connsiteY14" fmla="*/ 182048 h 364097"/>
              <a:gd name="connsiteX15" fmla="*/ 330431 w 1108502"/>
              <a:gd name="connsiteY15" fmla="*/ 1247 h 364097"/>
              <a:gd name="connsiteX16" fmla="*/ 298011 w 1108502"/>
              <a:gd name="connsiteY16" fmla="*/ 33666 h 364097"/>
              <a:gd name="connsiteX17" fmla="*/ 330431 w 1108502"/>
              <a:gd name="connsiteY17" fmla="*/ 66086 h 364097"/>
              <a:gd name="connsiteX18" fmla="*/ 362851 w 1108502"/>
              <a:gd name="connsiteY18" fmla="*/ 33666 h 364097"/>
              <a:gd name="connsiteX19" fmla="*/ 330431 w 1108502"/>
              <a:gd name="connsiteY19" fmla="*/ 1247 h 364097"/>
              <a:gd name="connsiteX20" fmla="*/ 480060 w 1108502"/>
              <a:gd name="connsiteY20" fmla="*/ 1247 h 364097"/>
              <a:gd name="connsiteX21" fmla="*/ 447640 w 1108502"/>
              <a:gd name="connsiteY21" fmla="*/ 33666 h 364097"/>
              <a:gd name="connsiteX22" fmla="*/ 480060 w 1108502"/>
              <a:gd name="connsiteY22" fmla="*/ 66086 h 364097"/>
              <a:gd name="connsiteX23" fmla="*/ 512480 w 1108502"/>
              <a:gd name="connsiteY23" fmla="*/ 33666 h 364097"/>
              <a:gd name="connsiteX24" fmla="*/ 480060 w 1108502"/>
              <a:gd name="connsiteY24" fmla="*/ 1247 h 364097"/>
              <a:gd name="connsiteX25" fmla="*/ 628442 w 1108502"/>
              <a:gd name="connsiteY25" fmla="*/ 1247 h 364097"/>
              <a:gd name="connsiteX26" fmla="*/ 596022 w 1108502"/>
              <a:gd name="connsiteY26" fmla="*/ 33666 h 364097"/>
              <a:gd name="connsiteX27" fmla="*/ 628442 w 1108502"/>
              <a:gd name="connsiteY27" fmla="*/ 66086 h 364097"/>
              <a:gd name="connsiteX28" fmla="*/ 660862 w 1108502"/>
              <a:gd name="connsiteY28" fmla="*/ 33666 h 364097"/>
              <a:gd name="connsiteX29" fmla="*/ 628442 w 1108502"/>
              <a:gd name="connsiteY29" fmla="*/ 1247 h 364097"/>
              <a:gd name="connsiteX30" fmla="*/ 778071 w 1108502"/>
              <a:gd name="connsiteY30" fmla="*/ 1247 h 364097"/>
              <a:gd name="connsiteX31" fmla="*/ 745652 w 1108502"/>
              <a:gd name="connsiteY31" fmla="*/ 33666 h 364097"/>
              <a:gd name="connsiteX32" fmla="*/ 778071 w 1108502"/>
              <a:gd name="connsiteY32" fmla="*/ 66086 h 364097"/>
              <a:gd name="connsiteX33" fmla="*/ 810491 w 1108502"/>
              <a:gd name="connsiteY33" fmla="*/ 33666 h 364097"/>
              <a:gd name="connsiteX34" fmla="*/ 778071 w 1108502"/>
              <a:gd name="connsiteY34" fmla="*/ 1247 h 364097"/>
              <a:gd name="connsiteX35" fmla="*/ 926453 w 1108502"/>
              <a:gd name="connsiteY35" fmla="*/ 1247 h 364097"/>
              <a:gd name="connsiteX36" fmla="*/ 894034 w 1108502"/>
              <a:gd name="connsiteY36" fmla="*/ 33666 h 364097"/>
              <a:gd name="connsiteX37" fmla="*/ 926453 w 1108502"/>
              <a:gd name="connsiteY37" fmla="*/ 66086 h 364097"/>
              <a:gd name="connsiteX38" fmla="*/ 958873 w 1108502"/>
              <a:gd name="connsiteY38" fmla="*/ 33666 h 364097"/>
              <a:gd name="connsiteX39" fmla="*/ 926453 w 1108502"/>
              <a:gd name="connsiteY39" fmla="*/ 1247 h 364097"/>
              <a:gd name="connsiteX40" fmla="*/ 1076082 w 1108502"/>
              <a:gd name="connsiteY40" fmla="*/ 1247 h 364097"/>
              <a:gd name="connsiteX41" fmla="*/ 1043663 w 1108502"/>
              <a:gd name="connsiteY41" fmla="*/ 33666 h 364097"/>
              <a:gd name="connsiteX42" fmla="*/ 1076082 w 1108502"/>
              <a:gd name="connsiteY42" fmla="*/ 66086 h 364097"/>
              <a:gd name="connsiteX43" fmla="*/ 1108503 w 1108502"/>
              <a:gd name="connsiteY43" fmla="*/ 33666 h 364097"/>
              <a:gd name="connsiteX44" fmla="*/ 1076082 w 1108502"/>
              <a:gd name="connsiteY44" fmla="*/ 1247 h 364097"/>
              <a:gd name="connsiteX45" fmla="*/ 180802 w 1108502"/>
              <a:gd name="connsiteY45" fmla="*/ 149629 h 364097"/>
              <a:gd name="connsiteX46" fmla="*/ 148382 w 1108502"/>
              <a:gd name="connsiteY46" fmla="*/ 182048 h 364097"/>
              <a:gd name="connsiteX47" fmla="*/ 180802 w 1108502"/>
              <a:gd name="connsiteY47" fmla="*/ 214468 h 364097"/>
              <a:gd name="connsiteX48" fmla="*/ 213222 w 1108502"/>
              <a:gd name="connsiteY48" fmla="*/ 182048 h 364097"/>
              <a:gd name="connsiteX49" fmla="*/ 180802 w 1108502"/>
              <a:gd name="connsiteY49" fmla="*/ 149629 h 364097"/>
              <a:gd name="connsiteX50" fmla="*/ 330431 w 1108502"/>
              <a:gd name="connsiteY50" fmla="*/ 149629 h 364097"/>
              <a:gd name="connsiteX51" fmla="*/ 298011 w 1108502"/>
              <a:gd name="connsiteY51" fmla="*/ 182048 h 364097"/>
              <a:gd name="connsiteX52" fmla="*/ 330431 w 1108502"/>
              <a:gd name="connsiteY52" fmla="*/ 214468 h 364097"/>
              <a:gd name="connsiteX53" fmla="*/ 362851 w 1108502"/>
              <a:gd name="connsiteY53" fmla="*/ 182048 h 364097"/>
              <a:gd name="connsiteX54" fmla="*/ 330431 w 1108502"/>
              <a:gd name="connsiteY54" fmla="*/ 149629 h 364097"/>
              <a:gd name="connsiteX55" fmla="*/ 480060 w 1108502"/>
              <a:gd name="connsiteY55" fmla="*/ 149629 h 364097"/>
              <a:gd name="connsiteX56" fmla="*/ 447640 w 1108502"/>
              <a:gd name="connsiteY56" fmla="*/ 182048 h 364097"/>
              <a:gd name="connsiteX57" fmla="*/ 480060 w 1108502"/>
              <a:gd name="connsiteY57" fmla="*/ 214468 h 364097"/>
              <a:gd name="connsiteX58" fmla="*/ 512480 w 1108502"/>
              <a:gd name="connsiteY58" fmla="*/ 182048 h 364097"/>
              <a:gd name="connsiteX59" fmla="*/ 480060 w 1108502"/>
              <a:gd name="connsiteY59" fmla="*/ 149629 h 364097"/>
              <a:gd name="connsiteX60" fmla="*/ 628442 w 1108502"/>
              <a:gd name="connsiteY60" fmla="*/ 149629 h 364097"/>
              <a:gd name="connsiteX61" fmla="*/ 596022 w 1108502"/>
              <a:gd name="connsiteY61" fmla="*/ 182048 h 364097"/>
              <a:gd name="connsiteX62" fmla="*/ 628442 w 1108502"/>
              <a:gd name="connsiteY62" fmla="*/ 214468 h 364097"/>
              <a:gd name="connsiteX63" fmla="*/ 660862 w 1108502"/>
              <a:gd name="connsiteY63" fmla="*/ 182048 h 364097"/>
              <a:gd name="connsiteX64" fmla="*/ 628442 w 1108502"/>
              <a:gd name="connsiteY64" fmla="*/ 149629 h 364097"/>
              <a:gd name="connsiteX65" fmla="*/ 778071 w 1108502"/>
              <a:gd name="connsiteY65" fmla="*/ 149629 h 364097"/>
              <a:gd name="connsiteX66" fmla="*/ 745652 w 1108502"/>
              <a:gd name="connsiteY66" fmla="*/ 182048 h 364097"/>
              <a:gd name="connsiteX67" fmla="*/ 778071 w 1108502"/>
              <a:gd name="connsiteY67" fmla="*/ 214468 h 364097"/>
              <a:gd name="connsiteX68" fmla="*/ 810491 w 1108502"/>
              <a:gd name="connsiteY68" fmla="*/ 182048 h 364097"/>
              <a:gd name="connsiteX69" fmla="*/ 778071 w 1108502"/>
              <a:gd name="connsiteY69" fmla="*/ 149629 h 364097"/>
              <a:gd name="connsiteX70" fmla="*/ 926453 w 1108502"/>
              <a:gd name="connsiteY70" fmla="*/ 149629 h 364097"/>
              <a:gd name="connsiteX71" fmla="*/ 894034 w 1108502"/>
              <a:gd name="connsiteY71" fmla="*/ 182048 h 364097"/>
              <a:gd name="connsiteX72" fmla="*/ 926453 w 1108502"/>
              <a:gd name="connsiteY72" fmla="*/ 214468 h 364097"/>
              <a:gd name="connsiteX73" fmla="*/ 958873 w 1108502"/>
              <a:gd name="connsiteY73" fmla="*/ 182048 h 364097"/>
              <a:gd name="connsiteX74" fmla="*/ 926453 w 1108502"/>
              <a:gd name="connsiteY74" fmla="*/ 149629 h 364097"/>
              <a:gd name="connsiteX75" fmla="*/ 1076082 w 1108502"/>
              <a:gd name="connsiteY75" fmla="*/ 149629 h 364097"/>
              <a:gd name="connsiteX76" fmla="*/ 1043663 w 1108502"/>
              <a:gd name="connsiteY76" fmla="*/ 182048 h 364097"/>
              <a:gd name="connsiteX77" fmla="*/ 1076082 w 1108502"/>
              <a:gd name="connsiteY77" fmla="*/ 214468 h 364097"/>
              <a:gd name="connsiteX78" fmla="*/ 1108503 w 1108502"/>
              <a:gd name="connsiteY78" fmla="*/ 182048 h 364097"/>
              <a:gd name="connsiteX79" fmla="*/ 1076082 w 1108502"/>
              <a:gd name="connsiteY79" fmla="*/ 149629 h 364097"/>
              <a:gd name="connsiteX80" fmla="*/ 32420 w 1108502"/>
              <a:gd name="connsiteY80" fmla="*/ 299258 h 364097"/>
              <a:gd name="connsiteX81" fmla="*/ 0 w 1108502"/>
              <a:gd name="connsiteY81" fmla="*/ 331678 h 364097"/>
              <a:gd name="connsiteX82" fmla="*/ 32420 w 1108502"/>
              <a:gd name="connsiteY82" fmla="*/ 364097 h 364097"/>
              <a:gd name="connsiteX83" fmla="*/ 64839 w 1108502"/>
              <a:gd name="connsiteY83" fmla="*/ 331678 h 364097"/>
              <a:gd name="connsiteX84" fmla="*/ 32420 w 1108502"/>
              <a:gd name="connsiteY84" fmla="*/ 299258 h 364097"/>
              <a:gd name="connsiteX85" fmla="*/ 180802 w 1108502"/>
              <a:gd name="connsiteY85" fmla="*/ 299258 h 364097"/>
              <a:gd name="connsiteX86" fmla="*/ 148382 w 1108502"/>
              <a:gd name="connsiteY86" fmla="*/ 331678 h 364097"/>
              <a:gd name="connsiteX87" fmla="*/ 180802 w 1108502"/>
              <a:gd name="connsiteY87" fmla="*/ 364097 h 364097"/>
              <a:gd name="connsiteX88" fmla="*/ 213222 w 1108502"/>
              <a:gd name="connsiteY88" fmla="*/ 331678 h 364097"/>
              <a:gd name="connsiteX89" fmla="*/ 180802 w 1108502"/>
              <a:gd name="connsiteY89" fmla="*/ 299258 h 364097"/>
              <a:gd name="connsiteX90" fmla="*/ 330431 w 1108502"/>
              <a:gd name="connsiteY90" fmla="*/ 299258 h 364097"/>
              <a:gd name="connsiteX91" fmla="*/ 298011 w 1108502"/>
              <a:gd name="connsiteY91" fmla="*/ 331678 h 364097"/>
              <a:gd name="connsiteX92" fmla="*/ 330431 w 1108502"/>
              <a:gd name="connsiteY92" fmla="*/ 364097 h 364097"/>
              <a:gd name="connsiteX93" fmla="*/ 362851 w 1108502"/>
              <a:gd name="connsiteY93" fmla="*/ 331678 h 364097"/>
              <a:gd name="connsiteX94" fmla="*/ 330431 w 1108502"/>
              <a:gd name="connsiteY94" fmla="*/ 299258 h 364097"/>
              <a:gd name="connsiteX95" fmla="*/ 480060 w 1108502"/>
              <a:gd name="connsiteY95" fmla="*/ 299258 h 364097"/>
              <a:gd name="connsiteX96" fmla="*/ 447640 w 1108502"/>
              <a:gd name="connsiteY96" fmla="*/ 331678 h 364097"/>
              <a:gd name="connsiteX97" fmla="*/ 480060 w 1108502"/>
              <a:gd name="connsiteY97" fmla="*/ 364097 h 364097"/>
              <a:gd name="connsiteX98" fmla="*/ 512480 w 1108502"/>
              <a:gd name="connsiteY98" fmla="*/ 331678 h 364097"/>
              <a:gd name="connsiteX99" fmla="*/ 480060 w 1108502"/>
              <a:gd name="connsiteY99" fmla="*/ 299258 h 364097"/>
              <a:gd name="connsiteX100" fmla="*/ 628442 w 1108502"/>
              <a:gd name="connsiteY100" fmla="*/ 299258 h 364097"/>
              <a:gd name="connsiteX101" fmla="*/ 596022 w 1108502"/>
              <a:gd name="connsiteY101" fmla="*/ 331678 h 364097"/>
              <a:gd name="connsiteX102" fmla="*/ 628442 w 1108502"/>
              <a:gd name="connsiteY102" fmla="*/ 364097 h 364097"/>
              <a:gd name="connsiteX103" fmla="*/ 660862 w 1108502"/>
              <a:gd name="connsiteY103" fmla="*/ 331678 h 364097"/>
              <a:gd name="connsiteX104" fmla="*/ 628442 w 1108502"/>
              <a:gd name="connsiteY104" fmla="*/ 299258 h 364097"/>
              <a:gd name="connsiteX105" fmla="*/ 778071 w 1108502"/>
              <a:gd name="connsiteY105" fmla="*/ 299258 h 364097"/>
              <a:gd name="connsiteX106" fmla="*/ 745652 w 1108502"/>
              <a:gd name="connsiteY106" fmla="*/ 331678 h 364097"/>
              <a:gd name="connsiteX107" fmla="*/ 778071 w 1108502"/>
              <a:gd name="connsiteY107" fmla="*/ 364097 h 364097"/>
              <a:gd name="connsiteX108" fmla="*/ 810491 w 1108502"/>
              <a:gd name="connsiteY108" fmla="*/ 331678 h 364097"/>
              <a:gd name="connsiteX109" fmla="*/ 778071 w 1108502"/>
              <a:gd name="connsiteY109" fmla="*/ 299258 h 364097"/>
              <a:gd name="connsiteX110" fmla="*/ 926453 w 1108502"/>
              <a:gd name="connsiteY110" fmla="*/ 299258 h 364097"/>
              <a:gd name="connsiteX111" fmla="*/ 894034 w 1108502"/>
              <a:gd name="connsiteY111" fmla="*/ 331678 h 364097"/>
              <a:gd name="connsiteX112" fmla="*/ 926453 w 1108502"/>
              <a:gd name="connsiteY112" fmla="*/ 364097 h 364097"/>
              <a:gd name="connsiteX113" fmla="*/ 958873 w 1108502"/>
              <a:gd name="connsiteY113" fmla="*/ 331678 h 364097"/>
              <a:gd name="connsiteX114" fmla="*/ 926453 w 1108502"/>
              <a:gd name="connsiteY114" fmla="*/ 299258 h 364097"/>
              <a:gd name="connsiteX115" fmla="*/ 1076082 w 1108502"/>
              <a:gd name="connsiteY115" fmla="*/ 299258 h 364097"/>
              <a:gd name="connsiteX116" fmla="*/ 1043663 w 1108502"/>
              <a:gd name="connsiteY116" fmla="*/ 331678 h 364097"/>
              <a:gd name="connsiteX117" fmla="*/ 1076082 w 1108502"/>
              <a:gd name="connsiteY117" fmla="*/ 364097 h 364097"/>
              <a:gd name="connsiteX118" fmla="*/ 1108503 w 1108502"/>
              <a:gd name="connsiteY118" fmla="*/ 331678 h 364097"/>
              <a:gd name="connsiteX119" fmla="*/ 1076082 w 1108502"/>
              <a:gd name="connsiteY119" fmla="*/ 299258 h 364097"/>
            </a:gdLst>
            <a:ahLst/>
            <a:cxnLst/>
            <a:rect l="l" t="t" r="r" b="b"/>
            <a:pathLst>
              <a:path w="1108502" h="364097">
                <a:moveTo>
                  <a:pt x="64839" y="32419"/>
                </a:moveTo>
                <a:cubicBezTo>
                  <a:pt x="64839" y="49876"/>
                  <a:pt x="49876" y="64839"/>
                  <a:pt x="32420" y="64839"/>
                </a:cubicBezTo>
                <a:cubicBezTo>
                  <a:pt x="14963" y="64839"/>
                  <a:pt x="0" y="49876"/>
                  <a:pt x="0" y="32419"/>
                </a:cubicBezTo>
                <a:cubicBezTo>
                  <a:pt x="0" y="14963"/>
                  <a:pt x="14963" y="0"/>
                  <a:pt x="32420" y="0"/>
                </a:cubicBezTo>
                <a:cubicBezTo>
                  <a:pt x="49876" y="1247"/>
                  <a:pt x="64839" y="14963"/>
                  <a:pt x="64839" y="32419"/>
                </a:cubicBezTo>
                <a:close/>
                <a:moveTo>
                  <a:pt x="180802" y="1247"/>
                </a:moveTo>
                <a:cubicBezTo>
                  <a:pt x="163345" y="1247"/>
                  <a:pt x="148382" y="16210"/>
                  <a:pt x="148382" y="33666"/>
                </a:cubicBezTo>
                <a:cubicBezTo>
                  <a:pt x="148382" y="51123"/>
                  <a:pt x="163345" y="66086"/>
                  <a:pt x="180802" y="66086"/>
                </a:cubicBezTo>
                <a:cubicBezTo>
                  <a:pt x="198258" y="66086"/>
                  <a:pt x="213222" y="51123"/>
                  <a:pt x="213222" y="33666"/>
                </a:cubicBezTo>
                <a:cubicBezTo>
                  <a:pt x="213222" y="14963"/>
                  <a:pt x="199505" y="1247"/>
                  <a:pt x="180802" y="1247"/>
                </a:cubicBezTo>
                <a:close/>
                <a:moveTo>
                  <a:pt x="64839" y="182048"/>
                </a:moveTo>
                <a:cubicBezTo>
                  <a:pt x="64839" y="164592"/>
                  <a:pt x="49876" y="149629"/>
                  <a:pt x="32420" y="149629"/>
                </a:cubicBezTo>
                <a:cubicBezTo>
                  <a:pt x="14963" y="149629"/>
                  <a:pt x="0" y="164592"/>
                  <a:pt x="0" y="182048"/>
                </a:cubicBezTo>
                <a:cubicBezTo>
                  <a:pt x="0" y="199505"/>
                  <a:pt x="14963" y="214468"/>
                  <a:pt x="32420" y="214468"/>
                </a:cubicBezTo>
                <a:cubicBezTo>
                  <a:pt x="49876" y="214468"/>
                  <a:pt x="64839" y="199505"/>
                  <a:pt x="64839" y="182048"/>
                </a:cubicBezTo>
                <a:close/>
                <a:moveTo>
                  <a:pt x="330431" y="1247"/>
                </a:moveTo>
                <a:cubicBezTo>
                  <a:pt x="312974" y="1247"/>
                  <a:pt x="298011" y="16210"/>
                  <a:pt x="298011" y="33666"/>
                </a:cubicBezTo>
                <a:cubicBezTo>
                  <a:pt x="298011" y="51123"/>
                  <a:pt x="312974" y="66086"/>
                  <a:pt x="330431" y="66086"/>
                </a:cubicBezTo>
                <a:cubicBezTo>
                  <a:pt x="347888" y="66086"/>
                  <a:pt x="362851" y="51123"/>
                  <a:pt x="362851" y="33666"/>
                </a:cubicBezTo>
                <a:cubicBezTo>
                  <a:pt x="362851" y="14963"/>
                  <a:pt x="347888" y="1247"/>
                  <a:pt x="330431" y="1247"/>
                </a:cubicBezTo>
                <a:close/>
                <a:moveTo>
                  <a:pt x="480060" y="1247"/>
                </a:moveTo>
                <a:cubicBezTo>
                  <a:pt x="462603" y="1247"/>
                  <a:pt x="447640" y="16210"/>
                  <a:pt x="447640" y="33666"/>
                </a:cubicBezTo>
                <a:cubicBezTo>
                  <a:pt x="447640" y="51123"/>
                  <a:pt x="462603" y="66086"/>
                  <a:pt x="480060" y="66086"/>
                </a:cubicBezTo>
                <a:cubicBezTo>
                  <a:pt x="497517" y="66086"/>
                  <a:pt x="512480" y="51123"/>
                  <a:pt x="512480" y="33666"/>
                </a:cubicBezTo>
                <a:cubicBezTo>
                  <a:pt x="511233" y="14963"/>
                  <a:pt x="497517" y="1247"/>
                  <a:pt x="480060" y="1247"/>
                </a:cubicBezTo>
                <a:close/>
                <a:moveTo>
                  <a:pt x="628442" y="1247"/>
                </a:moveTo>
                <a:cubicBezTo>
                  <a:pt x="610985" y="1247"/>
                  <a:pt x="596022" y="16210"/>
                  <a:pt x="596022" y="33666"/>
                </a:cubicBezTo>
                <a:cubicBezTo>
                  <a:pt x="596022" y="51123"/>
                  <a:pt x="610985" y="66086"/>
                  <a:pt x="628442" y="66086"/>
                </a:cubicBezTo>
                <a:cubicBezTo>
                  <a:pt x="645899" y="66086"/>
                  <a:pt x="660862" y="51123"/>
                  <a:pt x="660862" y="33666"/>
                </a:cubicBezTo>
                <a:cubicBezTo>
                  <a:pt x="660862" y="14963"/>
                  <a:pt x="645899" y="1247"/>
                  <a:pt x="628442" y="1247"/>
                </a:cubicBezTo>
                <a:close/>
                <a:moveTo>
                  <a:pt x="778071" y="1247"/>
                </a:moveTo>
                <a:cubicBezTo>
                  <a:pt x="760615" y="1247"/>
                  <a:pt x="745652" y="16210"/>
                  <a:pt x="745652" y="33666"/>
                </a:cubicBezTo>
                <a:cubicBezTo>
                  <a:pt x="745652" y="51123"/>
                  <a:pt x="760615" y="66086"/>
                  <a:pt x="778071" y="66086"/>
                </a:cubicBezTo>
                <a:cubicBezTo>
                  <a:pt x="795528" y="66086"/>
                  <a:pt x="810491" y="51123"/>
                  <a:pt x="810491" y="33666"/>
                </a:cubicBezTo>
                <a:cubicBezTo>
                  <a:pt x="809244" y="14963"/>
                  <a:pt x="795528" y="1247"/>
                  <a:pt x="778071" y="1247"/>
                </a:cubicBezTo>
                <a:close/>
                <a:moveTo>
                  <a:pt x="926453" y="1247"/>
                </a:moveTo>
                <a:cubicBezTo>
                  <a:pt x="908997" y="1247"/>
                  <a:pt x="894034" y="16210"/>
                  <a:pt x="894034" y="33666"/>
                </a:cubicBezTo>
                <a:cubicBezTo>
                  <a:pt x="894034" y="51123"/>
                  <a:pt x="908997" y="66086"/>
                  <a:pt x="926453" y="66086"/>
                </a:cubicBezTo>
                <a:cubicBezTo>
                  <a:pt x="943910" y="66086"/>
                  <a:pt x="958873" y="51123"/>
                  <a:pt x="958873" y="33666"/>
                </a:cubicBezTo>
                <a:cubicBezTo>
                  <a:pt x="958873" y="14963"/>
                  <a:pt x="943910" y="1247"/>
                  <a:pt x="926453" y="1247"/>
                </a:cubicBezTo>
                <a:close/>
                <a:moveTo>
                  <a:pt x="1076082" y="1247"/>
                </a:moveTo>
                <a:cubicBezTo>
                  <a:pt x="1058626" y="1247"/>
                  <a:pt x="1043663" y="16210"/>
                  <a:pt x="1043663" y="33666"/>
                </a:cubicBezTo>
                <a:cubicBezTo>
                  <a:pt x="1043663" y="51123"/>
                  <a:pt x="1058626" y="66086"/>
                  <a:pt x="1076082" y="66086"/>
                </a:cubicBezTo>
                <a:cubicBezTo>
                  <a:pt x="1093539" y="66086"/>
                  <a:pt x="1108503" y="51123"/>
                  <a:pt x="1108503" y="33666"/>
                </a:cubicBezTo>
                <a:cubicBezTo>
                  <a:pt x="1107255" y="14963"/>
                  <a:pt x="1093539" y="1247"/>
                  <a:pt x="1076082" y="1247"/>
                </a:cubicBezTo>
                <a:close/>
                <a:moveTo>
                  <a:pt x="180802" y="149629"/>
                </a:moveTo>
                <a:cubicBezTo>
                  <a:pt x="163345" y="149629"/>
                  <a:pt x="148382" y="164592"/>
                  <a:pt x="148382" y="182048"/>
                </a:cubicBezTo>
                <a:cubicBezTo>
                  <a:pt x="148382" y="199505"/>
                  <a:pt x="163345" y="214468"/>
                  <a:pt x="180802" y="214468"/>
                </a:cubicBezTo>
                <a:cubicBezTo>
                  <a:pt x="198258" y="214468"/>
                  <a:pt x="213222" y="199505"/>
                  <a:pt x="213222" y="182048"/>
                </a:cubicBezTo>
                <a:cubicBezTo>
                  <a:pt x="213222" y="164592"/>
                  <a:pt x="199505" y="149629"/>
                  <a:pt x="180802" y="149629"/>
                </a:cubicBezTo>
                <a:close/>
                <a:moveTo>
                  <a:pt x="330431" y="149629"/>
                </a:moveTo>
                <a:cubicBezTo>
                  <a:pt x="312974" y="149629"/>
                  <a:pt x="298011" y="164592"/>
                  <a:pt x="298011" y="182048"/>
                </a:cubicBezTo>
                <a:cubicBezTo>
                  <a:pt x="298011" y="199505"/>
                  <a:pt x="312974" y="214468"/>
                  <a:pt x="330431" y="214468"/>
                </a:cubicBezTo>
                <a:cubicBezTo>
                  <a:pt x="347888" y="214468"/>
                  <a:pt x="362851" y="199505"/>
                  <a:pt x="362851" y="182048"/>
                </a:cubicBezTo>
                <a:cubicBezTo>
                  <a:pt x="362851" y="164592"/>
                  <a:pt x="347888" y="149629"/>
                  <a:pt x="330431" y="149629"/>
                </a:cubicBezTo>
                <a:close/>
                <a:moveTo>
                  <a:pt x="480060" y="149629"/>
                </a:moveTo>
                <a:cubicBezTo>
                  <a:pt x="462603" y="149629"/>
                  <a:pt x="447640" y="164592"/>
                  <a:pt x="447640" y="182048"/>
                </a:cubicBezTo>
                <a:cubicBezTo>
                  <a:pt x="447640" y="199505"/>
                  <a:pt x="462603" y="214468"/>
                  <a:pt x="480060" y="214468"/>
                </a:cubicBezTo>
                <a:cubicBezTo>
                  <a:pt x="497517" y="214468"/>
                  <a:pt x="512480" y="199505"/>
                  <a:pt x="512480" y="182048"/>
                </a:cubicBezTo>
                <a:cubicBezTo>
                  <a:pt x="512480" y="164592"/>
                  <a:pt x="497517" y="149629"/>
                  <a:pt x="480060" y="149629"/>
                </a:cubicBezTo>
                <a:close/>
                <a:moveTo>
                  <a:pt x="628442" y="149629"/>
                </a:moveTo>
                <a:cubicBezTo>
                  <a:pt x="610985" y="149629"/>
                  <a:pt x="596022" y="164592"/>
                  <a:pt x="596022" y="182048"/>
                </a:cubicBezTo>
                <a:cubicBezTo>
                  <a:pt x="596022" y="199505"/>
                  <a:pt x="610985" y="214468"/>
                  <a:pt x="628442" y="214468"/>
                </a:cubicBezTo>
                <a:cubicBezTo>
                  <a:pt x="645899" y="214468"/>
                  <a:pt x="660862" y="199505"/>
                  <a:pt x="660862" y="182048"/>
                </a:cubicBezTo>
                <a:cubicBezTo>
                  <a:pt x="660862" y="164592"/>
                  <a:pt x="645899" y="149629"/>
                  <a:pt x="628442" y="149629"/>
                </a:cubicBezTo>
                <a:close/>
                <a:moveTo>
                  <a:pt x="778071" y="149629"/>
                </a:moveTo>
                <a:cubicBezTo>
                  <a:pt x="760615" y="149629"/>
                  <a:pt x="745652" y="164592"/>
                  <a:pt x="745652" y="182048"/>
                </a:cubicBezTo>
                <a:cubicBezTo>
                  <a:pt x="745652" y="199505"/>
                  <a:pt x="760615" y="214468"/>
                  <a:pt x="778071" y="214468"/>
                </a:cubicBezTo>
                <a:cubicBezTo>
                  <a:pt x="795528" y="214468"/>
                  <a:pt x="810491" y="199505"/>
                  <a:pt x="810491" y="182048"/>
                </a:cubicBezTo>
                <a:cubicBezTo>
                  <a:pt x="810491" y="164592"/>
                  <a:pt x="795528" y="149629"/>
                  <a:pt x="778071" y="149629"/>
                </a:cubicBezTo>
                <a:close/>
                <a:moveTo>
                  <a:pt x="926453" y="149629"/>
                </a:moveTo>
                <a:cubicBezTo>
                  <a:pt x="908997" y="149629"/>
                  <a:pt x="894034" y="164592"/>
                  <a:pt x="894034" y="182048"/>
                </a:cubicBezTo>
                <a:cubicBezTo>
                  <a:pt x="894034" y="199505"/>
                  <a:pt x="908997" y="214468"/>
                  <a:pt x="926453" y="214468"/>
                </a:cubicBezTo>
                <a:cubicBezTo>
                  <a:pt x="943910" y="214468"/>
                  <a:pt x="958873" y="199505"/>
                  <a:pt x="958873" y="182048"/>
                </a:cubicBezTo>
                <a:cubicBezTo>
                  <a:pt x="958873" y="164592"/>
                  <a:pt x="943910" y="149629"/>
                  <a:pt x="926453" y="149629"/>
                </a:cubicBezTo>
                <a:close/>
                <a:moveTo>
                  <a:pt x="1076082" y="149629"/>
                </a:moveTo>
                <a:cubicBezTo>
                  <a:pt x="1058626" y="149629"/>
                  <a:pt x="1043663" y="164592"/>
                  <a:pt x="1043663" y="182048"/>
                </a:cubicBezTo>
                <a:cubicBezTo>
                  <a:pt x="1043663" y="199505"/>
                  <a:pt x="1058626" y="214468"/>
                  <a:pt x="1076082" y="214468"/>
                </a:cubicBezTo>
                <a:cubicBezTo>
                  <a:pt x="1093539" y="214468"/>
                  <a:pt x="1108503" y="199505"/>
                  <a:pt x="1108503" y="182048"/>
                </a:cubicBezTo>
                <a:cubicBezTo>
                  <a:pt x="1108503" y="164592"/>
                  <a:pt x="1093539" y="149629"/>
                  <a:pt x="1076082" y="149629"/>
                </a:cubicBezTo>
                <a:close/>
                <a:moveTo>
                  <a:pt x="32420" y="299258"/>
                </a:moveTo>
                <a:cubicBezTo>
                  <a:pt x="14963" y="299258"/>
                  <a:pt x="0" y="314221"/>
                  <a:pt x="0" y="331678"/>
                </a:cubicBezTo>
                <a:cubicBezTo>
                  <a:pt x="0" y="349135"/>
                  <a:pt x="14963" y="364097"/>
                  <a:pt x="32420" y="364097"/>
                </a:cubicBezTo>
                <a:cubicBezTo>
                  <a:pt x="49876" y="364097"/>
                  <a:pt x="64839" y="349135"/>
                  <a:pt x="64839" y="331678"/>
                </a:cubicBezTo>
                <a:cubicBezTo>
                  <a:pt x="64839" y="314221"/>
                  <a:pt x="49876" y="299258"/>
                  <a:pt x="32420" y="299258"/>
                </a:cubicBezTo>
                <a:close/>
                <a:moveTo>
                  <a:pt x="180802" y="299258"/>
                </a:moveTo>
                <a:cubicBezTo>
                  <a:pt x="163345" y="299258"/>
                  <a:pt x="148382" y="314221"/>
                  <a:pt x="148382" y="331678"/>
                </a:cubicBezTo>
                <a:cubicBezTo>
                  <a:pt x="148382" y="349135"/>
                  <a:pt x="163345" y="364097"/>
                  <a:pt x="180802" y="364097"/>
                </a:cubicBezTo>
                <a:cubicBezTo>
                  <a:pt x="198258" y="364097"/>
                  <a:pt x="213222" y="349135"/>
                  <a:pt x="213222" y="331678"/>
                </a:cubicBezTo>
                <a:cubicBezTo>
                  <a:pt x="213222" y="314221"/>
                  <a:pt x="199505" y="299258"/>
                  <a:pt x="180802" y="299258"/>
                </a:cubicBezTo>
                <a:close/>
                <a:moveTo>
                  <a:pt x="330431" y="299258"/>
                </a:moveTo>
                <a:cubicBezTo>
                  <a:pt x="312974" y="299258"/>
                  <a:pt x="298011" y="314221"/>
                  <a:pt x="298011" y="331678"/>
                </a:cubicBezTo>
                <a:cubicBezTo>
                  <a:pt x="298011" y="349135"/>
                  <a:pt x="312974" y="364097"/>
                  <a:pt x="330431" y="364097"/>
                </a:cubicBezTo>
                <a:cubicBezTo>
                  <a:pt x="347888" y="364097"/>
                  <a:pt x="362851" y="349135"/>
                  <a:pt x="362851" y="331678"/>
                </a:cubicBezTo>
                <a:cubicBezTo>
                  <a:pt x="362851" y="314221"/>
                  <a:pt x="347888" y="299258"/>
                  <a:pt x="330431" y="299258"/>
                </a:cubicBezTo>
                <a:close/>
                <a:moveTo>
                  <a:pt x="480060" y="299258"/>
                </a:moveTo>
                <a:cubicBezTo>
                  <a:pt x="462603" y="299258"/>
                  <a:pt x="447640" y="314221"/>
                  <a:pt x="447640" y="331678"/>
                </a:cubicBezTo>
                <a:cubicBezTo>
                  <a:pt x="447640" y="349135"/>
                  <a:pt x="462603" y="364097"/>
                  <a:pt x="480060" y="364097"/>
                </a:cubicBezTo>
                <a:cubicBezTo>
                  <a:pt x="497517" y="364097"/>
                  <a:pt x="512480" y="349135"/>
                  <a:pt x="512480" y="331678"/>
                </a:cubicBezTo>
                <a:cubicBezTo>
                  <a:pt x="512480" y="314221"/>
                  <a:pt x="497517" y="299258"/>
                  <a:pt x="480060" y="299258"/>
                </a:cubicBezTo>
                <a:close/>
                <a:moveTo>
                  <a:pt x="628442" y="299258"/>
                </a:moveTo>
                <a:cubicBezTo>
                  <a:pt x="610985" y="299258"/>
                  <a:pt x="596022" y="314221"/>
                  <a:pt x="596022" y="331678"/>
                </a:cubicBezTo>
                <a:cubicBezTo>
                  <a:pt x="596022" y="349135"/>
                  <a:pt x="610985" y="364097"/>
                  <a:pt x="628442" y="364097"/>
                </a:cubicBezTo>
                <a:cubicBezTo>
                  <a:pt x="645899" y="364097"/>
                  <a:pt x="660862" y="349135"/>
                  <a:pt x="660862" y="331678"/>
                </a:cubicBezTo>
                <a:cubicBezTo>
                  <a:pt x="660862" y="314221"/>
                  <a:pt x="645899" y="299258"/>
                  <a:pt x="628442" y="299258"/>
                </a:cubicBezTo>
                <a:close/>
                <a:moveTo>
                  <a:pt x="778071" y="299258"/>
                </a:moveTo>
                <a:cubicBezTo>
                  <a:pt x="760615" y="299258"/>
                  <a:pt x="745652" y="314221"/>
                  <a:pt x="745652" y="331678"/>
                </a:cubicBezTo>
                <a:cubicBezTo>
                  <a:pt x="745652" y="349135"/>
                  <a:pt x="760615" y="364097"/>
                  <a:pt x="778071" y="364097"/>
                </a:cubicBezTo>
                <a:cubicBezTo>
                  <a:pt x="795528" y="364097"/>
                  <a:pt x="810491" y="349135"/>
                  <a:pt x="810491" y="331678"/>
                </a:cubicBezTo>
                <a:cubicBezTo>
                  <a:pt x="810491" y="314221"/>
                  <a:pt x="795528" y="299258"/>
                  <a:pt x="778071" y="299258"/>
                </a:cubicBezTo>
                <a:close/>
                <a:moveTo>
                  <a:pt x="926453" y="299258"/>
                </a:moveTo>
                <a:cubicBezTo>
                  <a:pt x="908997" y="299258"/>
                  <a:pt x="894034" y="314221"/>
                  <a:pt x="894034" y="331678"/>
                </a:cubicBezTo>
                <a:cubicBezTo>
                  <a:pt x="894034" y="349135"/>
                  <a:pt x="908997" y="364097"/>
                  <a:pt x="926453" y="364097"/>
                </a:cubicBezTo>
                <a:cubicBezTo>
                  <a:pt x="943910" y="364097"/>
                  <a:pt x="958873" y="349135"/>
                  <a:pt x="958873" y="331678"/>
                </a:cubicBezTo>
                <a:cubicBezTo>
                  <a:pt x="958873" y="314221"/>
                  <a:pt x="943910" y="299258"/>
                  <a:pt x="926453" y="299258"/>
                </a:cubicBezTo>
                <a:close/>
                <a:moveTo>
                  <a:pt x="1076082" y="299258"/>
                </a:moveTo>
                <a:cubicBezTo>
                  <a:pt x="1058626" y="299258"/>
                  <a:pt x="1043663" y="314221"/>
                  <a:pt x="1043663" y="331678"/>
                </a:cubicBezTo>
                <a:cubicBezTo>
                  <a:pt x="1043663" y="349135"/>
                  <a:pt x="1058626" y="364097"/>
                  <a:pt x="1076082" y="364097"/>
                </a:cubicBezTo>
                <a:cubicBezTo>
                  <a:pt x="1093539" y="364097"/>
                  <a:pt x="1108503" y="349135"/>
                  <a:pt x="1108503" y="331678"/>
                </a:cubicBezTo>
                <a:cubicBezTo>
                  <a:pt x="1108503" y="314221"/>
                  <a:pt x="1093539" y="299258"/>
                  <a:pt x="1076082" y="299258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0"/>
          </a:gradFill>
          <a:ln w="12468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2683263" y="3071176"/>
            <a:ext cx="7040627" cy="23239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4800" b="1" i="0" u="none" strike="noStrike" kern="1200" cap="none" spc="0" normalizeH="0" baseline="0" noProof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/>
              </a:rPr>
              <a:t>研究背景与意义</a:t>
            </a:r>
            <a:endParaRPr kumimoji="1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5172981" y="-411079"/>
            <a:ext cx="2574696" cy="3482255"/>
          </a:xfrm>
          <a:prstGeom prst="rect">
            <a:avLst/>
          </a:prstGeom>
          <a:noFill/>
          <a:ln cap="sq">
            <a:noFill/>
          </a:ln>
          <a:effectLst>
            <a:outerShdw blurRad="457200" dist="127000" dir="5400000" sx="90000" sy="90000" rotWithShape="0">
              <a:srgbClr val="4E82EA">
                <a:alpha val="60000"/>
              </a:srgbClr>
            </a:outerShdw>
          </a:effectLst>
        </p:spPr>
        <p:txBody>
          <a:bodyPr vert="horz"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0" b="1" i="0" u="none" strike="noStrike" kern="1200" cap="none" spc="0" normalizeH="0" baseline="0" noProof="0">
                <a:ln w="12700">
                  <a:noFill/>
                </a:ln>
                <a:solidFill>
                  <a:srgbClr val="0F6FC6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/>
              </a:rPr>
              <a:t>01</a:t>
            </a: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7066145" y="1645832"/>
            <a:ext cx="457402" cy="366121"/>
          </a:xfrm>
          <a:custGeom>
            <a:avLst/>
            <a:gdLst/>
            <a:ahLst/>
            <a:cxnLst/>
            <a:rect l="l" t="t" r="r" b="b"/>
            <a:pathLst>
              <a:path w="671826" h="537753">
                <a:moveTo>
                  <a:pt x="364331" y="0"/>
                </a:moveTo>
                <a:lnTo>
                  <a:pt x="671826" y="0"/>
                </a:lnTo>
                <a:lnTo>
                  <a:pt x="671826" y="244831"/>
                </a:lnTo>
                <a:cubicBezTo>
                  <a:pt x="668912" y="426510"/>
                  <a:pt x="566413" y="524151"/>
                  <a:pt x="364331" y="537753"/>
                </a:cubicBezTo>
                <a:lnTo>
                  <a:pt x="364331" y="409508"/>
                </a:lnTo>
                <a:cubicBezTo>
                  <a:pt x="410965" y="404651"/>
                  <a:pt x="446912" y="391535"/>
                  <a:pt x="472173" y="370161"/>
                </a:cubicBezTo>
                <a:cubicBezTo>
                  <a:pt x="494518" y="346843"/>
                  <a:pt x="505691" y="318183"/>
                  <a:pt x="505691" y="284178"/>
                </a:cubicBezTo>
                <a:lnTo>
                  <a:pt x="364331" y="284178"/>
                </a:lnTo>
                <a:close/>
                <a:moveTo>
                  <a:pt x="0" y="0"/>
                </a:moveTo>
                <a:lnTo>
                  <a:pt x="307495" y="0"/>
                </a:lnTo>
                <a:lnTo>
                  <a:pt x="307495" y="244831"/>
                </a:lnTo>
                <a:cubicBezTo>
                  <a:pt x="304580" y="426510"/>
                  <a:pt x="202082" y="524151"/>
                  <a:pt x="0" y="537753"/>
                </a:cubicBezTo>
                <a:lnTo>
                  <a:pt x="0" y="409508"/>
                </a:lnTo>
                <a:cubicBezTo>
                  <a:pt x="46634" y="404651"/>
                  <a:pt x="82581" y="391535"/>
                  <a:pt x="107842" y="370161"/>
                </a:cubicBezTo>
                <a:cubicBezTo>
                  <a:pt x="130187" y="346843"/>
                  <a:pt x="141360" y="318183"/>
                  <a:pt x="141360" y="284178"/>
                </a:cubicBezTo>
                <a:lnTo>
                  <a:pt x="0" y="284178"/>
                </a:lnTo>
                <a:close/>
              </a:path>
            </a:pathLst>
          </a:custGeom>
          <a:noFill/>
          <a:ln w="22225" cap="sq">
            <a:solidFill>
              <a:schemeClr val="accent1"/>
            </a:solidFill>
          </a:ln>
          <a:effectLst/>
        </p:spPr>
        <p:txBody>
          <a:bodyPr vert="horz" wrap="square" lIns="91440" tIns="45720" rIns="91440" bIns="4572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4" name="图片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 rot="194103">
            <a:off x="-728641" y="3222174"/>
            <a:ext cx="4026774" cy="4026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">
            <a:extLst>
              <a:ext uri="{FF2B5EF4-FFF2-40B4-BE49-F238E27FC236}">
                <a16:creationId xmlns:a16="http://schemas.microsoft.com/office/drawing/2014/main" id="{5797CEFF-40CA-DF9C-652F-B6C1C4B6F6B8}"/>
              </a:ext>
            </a:extLst>
          </p:cNvPr>
          <p:cNvSpPr txBox="1"/>
          <p:nvPr/>
        </p:nvSpPr>
        <p:spPr>
          <a:xfrm>
            <a:off x="-18288" y="0"/>
            <a:ext cx="12228576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99000">
                <a:schemeClr val="accent1">
                  <a:lumMod val="20000"/>
                  <a:lumOff val="80000"/>
                </a:schemeClr>
              </a:gs>
            </a:gsLst>
            <a:lin ang="6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10043286" y="505334"/>
            <a:ext cx="1576712" cy="1256040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64008" tIns="32004" rIns="64008" bIns="32004" rtlCol="0" anchor="b"/>
          <a:lstStyle/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6200" b="1" i="0" u="none" strike="noStrike" kern="1200" cap="none" spc="0" normalizeH="0" baseline="0" noProof="0">
                <a:ln w="12700">
                  <a:noFill/>
                </a:ln>
                <a:solidFill>
                  <a:srgbClr val="D9D9D9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B"/>
              </a:rPr>
              <a:t>02</a:t>
            </a: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3854823" y="512753"/>
            <a:ext cx="1576712" cy="1256040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64008" tIns="32004" rIns="64008" bIns="32004" rtlCol="0" anchor="b"/>
          <a:lstStyle/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6200" b="1" i="0" u="none" strike="noStrike" kern="1200" cap="none" spc="0" normalizeH="0" baseline="0" noProof="0">
                <a:ln w="12700">
                  <a:noFill/>
                </a:ln>
                <a:solidFill>
                  <a:srgbClr val="D9D9D9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B"/>
              </a:rPr>
              <a:t>01</a:t>
            </a: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548066" y="1373279"/>
            <a:ext cx="5160007" cy="4454865"/>
          </a:xfrm>
          <a:prstGeom prst="roundRect">
            <a:avLst>
              <a:gd name="adj" fmla="val 4605"/>
            </a:avLst>
          </a:prstGeom>
          <a:solidFill>
            <a:schemeClr val="bg1">
              <a:lumMod val="95000"/>
            </a:schemeClr>
          </a:solidFill>
          <a:ln cap="sq">
            <a:noFill/>
            <a:prstDash val="solid"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922073" y="1653621"/>
            <a:ext cx="4398071" cy="4174523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64008" tIns="32004" rIns="64008" bIns="32004" rtlCol="0" anchor="t"/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b="0" i="0" u="none" strike="noStrike" kern="1200" cap="none" spc="0" normalizeH="0" baseline="0" noProof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情感分析作为自然语言处理的重要任务，广泛应用于舆情监控、用户反馈分析、智能客服等场景。随着社交媒体的飞速发展，海量用户情感信息涌现，帮助企业与政府及时了解公众情绪，做出相应决策。</a:t>
            </a:r>
            <a:r>
              <a:rPr kumimoji="1" lang="en-US" altLang="zh-CN" sz="1800" b="1" i="0" u="none" strike="noStrike" kern="1200" cap="none" spc="0" normalizeH="0" baseline="0" noProof="0">
                <a:ln w="12700"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传统方法多侧重于确定性分类，难以应对情感模糊、主观性强、语义不明确等不确定性表达现象，如讽刺、反语等复杂情感，限制了其在高要求场景中的应用。</a:t>
            </a:r>
            <a:r>
              <a:rPr kumimoji="1" lang="en-US" altLang="zh-CN" sz="1400" b="0" i="0" u="none" strike="noStrike" kern="1200" cap="none" spc="0" normalizeH="0" baseline="0" noProof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因此，构建能同时输出情感极性与不确定性估计的模型，具有重要的现实意义和应用价值</a:t>
            </a:r>
            <a:r>
              <a:rPr kumimoji="1" lang="zh-CN" altLang="en-US" sz="1400" b="0" i="0" u="none" strike="noStrike" kern="1200" cap="none" spc="0" normalizeH="0" baseline="0" noProof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1" lang="en-US" altLang="zh-CN" sz="1400" b="0" i="0" u="none" strike="noStrike" kern="1200" cap="none" spc="0" normalizeH="0" baseline="0" noProof="0">
              <a:ln w="12700">
                <a:noFill/>
              </a:ln>
              <a:solidFill>
                <a:srgbClr val="000000">
                  <a:alpha val="10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927341" y="1149707"/>
            <a:ext cx="437802" cy="379242"/>
          </a:xfrm>
          <a:custGeom>
            <a:avLst/>
            <a:gdLst/>
            <a:ahLst/>
            <a:cxnLst/>
            <a:rect l="l" t="t" r="r" b="b"/>
            <a:pathLst>
              <a:path w="315441" h="273249">
                <a:moveTo>
                  <a:pt x="283964" y="0"/>
                </a:moveTo>
                <a:lnTo>
                  <a:pt x="315441" y="59606"/>
                </a:lnTo>
                <a:cubicBezTo>
                  <a:pt x="289768" y="71661"/>
                  <a:pt x="272020" y="83660"/>
                  <a:pt x="262198" y="95604"/>
                </a:cubicBezTo>
                <a:cubicBezTo>
                  <a:pt x="252375" y="107547"/>
                  <a:pt x="246906" y="121667"/>
                  <a:pt x="245789" y="137964"/>
                </a:cubicBezTo>
                <a:lnTo>
                  <a:pt x="315441" y="137964"/>
                </a:lnTo>
                <a:lnTo>
                  <a:pt x="315441" y="273249"/>
                </a:lnTo>
                <a:lnTo>
                  <a:pt x="169775" y="273249"/>
                </a:lnTo>
                <a:lnTo>
                  <a:pt x="169775" y="161070"/>
                </a:lnTo>
                <a:cubicBezTo>
                  <a:pt x="169775" y="119770"/>
                  <a:pt x="178370" y="87177"/>
                  <a:pt x="195560" y="63290"/>
                </a:cubicBezTo>
                <a:cubicBezTo>
                  <a:pt x="212750" y="39403"/>
                  <a:pt x="242217" y="18306"/>
                  <a:pt x="283964" y="0"/>
                </a:cubicBezTo>
                <a:close/>
                <a:moveTo>
                  <a:pt x="114188" y="0"/>
                </a:moveTo>
                <a:lnTo>
                  <a:pt x="145665" y="59606"/>
                </a:lnTo>
                <a:cubicBezTo>
                  <a:pt x="119992" y="71661"/>
                  <a:pt x="102245" y="83660"/>
                  <a:pt x="92422" y="95604"/>
                </a:cubicBezTo>
                <a:cubicBezTo>
                  <a:pt x="82599" y="107547"/>
                  <a:pt x="77130" y="121667"/>
                  <a:pt x="76014" y="137964"/>
                </a:cubicBezTo>
                <a:lnTo>
                  <a:pt x="145665" y="137964"/>
                </a:lnTo>
                <a:lnTo>
                  <a:pt x="145665" y="273249"/>
                </a:lnTo>
                <a:lnTo>
                  <a:pt x="0" y="273249"/>
                </a:lnTo>
                <a:lnTo>
                  <a:pt x="0" y="161070"/>
                </a:lnTo>
                <a:cubicBezTo>
                  <a:pt x="0" y="119770"/>
                  <a:pt x="8595" y="87177"/>
                  <a:pt x="25784" y="63290"/>
                </a:cubicBezTo>
                <a:cubicBezTo>
                  <a:pt x="42974" y="39403"/>
                  <a:pt x="72442" y="18306"/>
                  <a:pt x="114188" y="0"/>
                </a:cubicBezTo>
                <a:close/>
              </a:path>
            </a:pathLst>
          </a:custGeom>
          <a:solidFill>
            <a:schemeClr val="accent1"/>
          </a:solidFill>
          <a:ln cap="sq">
            <a:noFill/>
          </a:ln>
          <a:effectLst/>
        </p:spPr>
        <p:txBody>
          <a:bodyPr vert="horz" wrap="square" lIns="91440" tIns="45720" rIns="91440" bIns="4572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6483927" y="1373279"/>
            <a:ext cx="5160007" cy="4454865"/>
          </a:xfrm>
          <a:prstGeom prst="roundRect">
            <a:avLst>
              <a:gd name="adj" fmla="val 4605"/>
            </a:avLst>
          </a:prstGeom>
          <a:solidFill>
            <a:schemeClr val="bg1">
              <a:lumMod val="95000"/>
            </a:schemeClr>
          </a:solidFill>
          <a:ln cap="sq">
            <a:noFill/>
            <a:prstDash val="solid"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6770654" y="1653621"/>
            <a:ext cx="4499271" cy="4174523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64008" tIns="32004" rIns="64008" bIns="32004" rtlCol="0" anchor="t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400" b="0" i="0" u="none" strike="noStrike" kern="1200" cap="none" spc="0" normalizeH="0" baseline="0" noProof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本研究提出</a:t>
            </a:r>
            <a:r>
              <a:rPr kumimoji="1" lang="zh-CN" altLang="en-US" sz="1800" b="1" i="0" u="none" strike="noStrike" kern="1200" cap="none" spc="0" normalizeH="0" baseline="0" noProof="0">
                <a:ln w="12700"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融合</a:t>
            </a:r>
            <a:r>
              <a:rPr kumimoji="1" lang="en-US" altLang="zh-CN" sz="1800" b="1" i="0" u="none" strike="noStrike" kern="1200" cap="none" spc="0" normalizeH="0" baseline="0" noProof="0">
                <a:ln w="12700"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BERT</a:t>
            </a:r>
            <a:r>
              <a:rPr kumimoji="1" lang="zh-CN" altLang="en-US" sz="1800" b="1" i="0" u="none" strike="noStrike" kern="1200" cap="none" spc="0" normalizeH="0" baseline="0" noProof="0">
                <a:ln w="12700"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语言模型与云模型理论</a:t>
            </a:r>
            <a:r>
              <a:rPr kumimoji="1" lang="zh-CN" altLang="en-US" sz="1400" b="0" i="0" u="none" strike="noStrike" kern="1200" cap="none" spc="0" normalizeH="0" baseline="0" noProof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的不确定性情感识别模型（</a:t>
            </a:r>
            <a:r>
              <a:rPr kumimoji="1" lang="en-US" altLang="zh-CN" sz="1400" b="0" i="0" u="none" strike="noStrike" kern="1200" cap="none" spc="0" normalizeH="0" baseline="0" noProof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Cloud Sentiment Model, CSM</a:t>
            </a:r>
            <a:r>
              <a:rPr kumimoji="1" lang="zh-CN" altLang="en-US" sz="1400" b="0" i="0" u="none" strike="noStrike" kern="1200" cap="none" spc="0" normalizeH="0" baseline="0" noProof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），能够</a:t>
            </a:r>
            <a:r>
              <a:rPr kumimoji="1" lang="zh-CN" altLang="en-US" sz="1800" b="1" i="0" u="none" strike="noStrike" kern="1200" cap="none" spc="0" normalizeH="0" baseline="0" noProof="0">
                <a:ln w="12700"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同时输出情感极性分类结果和不确定性估计</a:t>
            </a:r>
            <a:r>
              <a:rPr kumimoji="1" lang="zh-CN" altLang="en-US" sz="1400" b="0" i="0" u="none" strike="noStrike" kern="1200" cap="none" spc="0" normalizeH="0" baseline="0" noProof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。模型以</a:t>
            </a:r>
            <a:r>
              <a:rPr kumimoji="1" lang="en-US" altLang="zh-CN" sz="1400" b="0" i="0" u="none" strike="noStrike" kern="1200" cap="none" spc="0" normalizeH="0" baseline="0" noProof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Chinese-RoBERTa-wwm-ext-large</a:t>
            </a:r>
            <a:r>
              <a:rPr kumimoji="1" lang="zh-CN" altLang="en-US" sz="1400" b="0" i="0" u="none" strike="noStrike" kern="1200" cap="none" spc="0" normalizeH="0" baseline="0" noProof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作为文本编码器，提取高质量语义特征，再通过引入期望（</a:t>
            </a:r>
            <a:r>
              <a:rPr kumimoji="1" lang="en-US" altLang="zh-CN" sz="1400" b="0" i="0" u="none" strike="noStrike" kern="1200" cap="none" spc="0" normalizeH="0" baseline="0" noProof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</a:t>
            </a:r>
            <a:r>
              <a:rPr kumimoji="1" lang="zh-CN" altLang="en-US" sz="1400" b="0" i="0" u="none" strike="noStrike" kern="1200" cap="none" spc="0" normalizeH="0" baseline="0" noProof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）、熵（</a:t>
            </a:r>
            <a:r>
              <a:rPr kumimoji="1" lang="en-US" altLang="zh-CN" sz="1400" b="0" i="0" u="none" strike="noStrike" kern="1200" cap="none" spc="0" normalizeH="0" baseline="0" noProof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En</a:t>
            </a:r>
            <a:r>
              <a:rPr kumimoji="1" lang="zh-CN" altLang="en-US" sz="1400" b="0" i="0" u="none" strike="noStrike" kern="1200" cap="none" spc="0" normalizeH="0" baseline="0" noProof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）与超熵（</a:t>
            </a:r>
            <a:r>
              <a:rPr kumimoji="1" lang="en-US" altLang="zh-CN" sz="1400" b="0" i="0" u="none" strike="noStrike" kern="1200" cap="none" spc="0" normalizeH="0" baseline="0" noProof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He</a:t>
            </a:r>
            <a:r>
              <a:rPr kumimoji="1" lang="zh-CN" altLang="en-US" sz="1400" b="0" i="0" u="none" strike="noStrike" kern="1200" cap="none" spc="0" normalizeH="0" baseline="0" noProof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）三元组构成的云模型框架，实现情感类别的判别与不确定性量化的统一建模。提出了 </a:t>
            </a:r>
            <a:r>
              <a:rPr kumimoji="1" lang="en-US" altLang="zh-CN" sz="1400" b="0" i="0" u="none" strike="noStrike" kern="1200" cap="none" spc="0" normalizeH="0" baseline="0" noProof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BERT </a:t>
            </a:r>
            <a:r>
              <a:rPr kumimoji="1" lang="zh-CN" altLang="en-US" sz="1400" b="0" i="0" u="none" strike="noStrike" kern="1200" cap="none" spc="0" normalizeH="0" baseline="0" noProof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到云模型空间的神经映射结构。</a:t>
            </a:r>
            <a:r>
              <a:rPr kumimoji="1" lang="zh-CN" altLang="en-US" sz="1800" b="1" i="0" u="none" strike="noStrike" kern="1200" cap="none" spc="0" normalizeH="0" baseline="0" noProof="0">
                <a:ln w="12700"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模型具备更高解释性与鲁棒性，适用于高风险领域。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6775922" y="1149707"/>
            <a:ext cx="437802" cy="379242"/>
          </a:xfrm>
          <a:custGeom>
            <a:avLst/>
            <a:gdLst/>
            <a:ahLst/>
            <a:cxnLst/>
            <a:rect l="l" t="t" r="r" b="b"/>
            <a:pathLst>
              <a:path w="315441" h="273249">
                <a:moveTo>
                  <a:pt x="283964" y="0"/>
                </a:moveTo>
                <a:lnTo>
                  <a:pt x="315441" y="59606"/>
                </a:lnTo>
                <a:cubicBezTo>
                  <a:pt x="289768" y="71661"/>
                  <a:pt x="272020" y="83660"/>
                  <a:pt x="262198" y="95604"/>
                </a:cubicBezTo>
                <a:cubicBezTo>
                  <a:pt x="252375" y="107547"/>
                  <a:pt x="246906" y="121667"/>
                  <a:pt x="245789" y="137964"/>
                </a:cubicBezTo>
                <a:lnTo>
                  <a:pt x="315441" y="137964"/>
                </a:lnTo>
                <a:lnTo>
                  <a:pt x="315441" y="273249"/>
                </a:lnTo>
                <a:lnTo>
                  <a:pt x="169775" y="273249"/>
                </a:lnTo>
                <a:lnTo>
                  <a:pt x="169775" y="161070"/>
                </a:lnTo>
                <a:cubicBezTo>
                  <a:pt x="169775" y="119770"/>
                  <a:pt x="178370" y="87177"/>
                  <a:pt x="195560" y="63290"/>
                </a:cubicBezTo>
                <a:cubicBezTo>
                  <a:pt x="212750" y="39403"/>
                  <a:pt x="242217" y="18306"/>
                  <a:pt x="283964" y="0"/>
                </a:cubicBezTo>
                <a:close/>
                <a:moveTo>
                  <a:pt x="114188" y="0"/>
                </a:moveTo>
                <a:lnTo>
                  <a:pt x="145665" y="59606"/>
                </a:lnTo>
                <a:cubicBezTo>
                  <a:pt x="119992" y="71661"/>
                  <a:pt x="102245" y="83660"/>
                  <a:pt x="92422" y="95604"/>
                </a:cubicBezTo>
                <a:cubicBezTo>
                  <a:pt x="82599" y="107547"/>
                  <a:pt x="77130" y="121667"/>
                  <a:pt x="76014" y="137964"/>
                </a:cubicBezTo>
                <a:lnTo>
                  <a:pt x="145665" y="137964"/>
                </a:lnTo>
                <a:lnTo>
                  <a:pt x="145665" y="273249"/>
                </a:lnTo>
                <a:lnTo>
                  <a:pt x="0" y="273249"/>
                </a:lnTo>
                <a:lnTo>
                  <a:pt x="0" y="161070"/>
                </a:lnTo>
                <a:cubicBezTo>
                  <a:pt x="0" y="119770"/>
                  <a:pt x="8595" y="87177"/>
                  <a:pt x="25784" y="63290"/>
                </a:cubicBezTo>
                <a:cubicBezTo>
                  <a:pt x="42974" y="39403"/>
                  <a:pt x="72442" y="18306"/>
                  <a:pt x="114188" y="0"/>
                </a:cubicBezTo>
                <a:close/>
              </a:path>
            </a:pathLst>
          </a:custGeom>
          <a:solidFill>
            <a:schemeClr val="accent1"/>
          </a:solidFill>
          <a:ln cap="sq">
            <a:noFill/>
          </a:ln>
          <a:effectLst/>
        </p:spPr>
        <p:txBody>
          <a:bodyPr vert="horz" wrap="square" lIns="91440" tIns="45720" rIns="91440" bIns="4572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579455" y="238458"/>
            <a:ext cx="10377569" cy="53641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 w="8890">
                  <a:noFill/>
                </a:ln>
                <a:solidFill>
                  <a:srgbClr val="262626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研究背景与意义</a:t>
            </a: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标题 1"/>
          <p:cNvSpPr txBox="1"/>
          <p:nvPr/>
        </p:nvSpPr>
        <p:spPr>
          <a:xfrm>
            <a:off x="0" y="419734"/>
            <a:ext cx="428561" cy="121453"/>
          </a:xfrm>
          <a:prstGeom prst="rect">
            <a:avLst/>
          </a:prstGeom>
          <a:solidFill>
            <a:schemeClr val="accent1"/>
          </a:solidFill>
          <a:ln w="25400" cap="sq">
            <a:solidFill>
              <a:schemeClr val="bg1"/>
            </a:solidFill>
            <a:miter/>
          </a:ln>
          <a:effectLst>
            <a:outerShdw blurRad="63500" algn="ctr" rotWithShape="0">
              <a:srgbClr val="000000">
                <a:alpha val="4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标题 1"/>
          <p:cNvSpPr txBox="1"/>
          <p:nvPr/>
        </p:nvSpPr>
        <p:spPr>
          <a:xfrm rot="5400000">
            <a:off x="-145315" y="292497"/>
            <a:ext cx="719190" cy="134200"/>
          </a:xfrm>
          <a:prstGeom prst="rect">
            <a:avLst/>
          </a:prstGeom>
          <a:solidFill>
            <a:schemeClr val="accent1"/>
          </a:solidFill>
          <a:ln w="25400" cap="sq">
            <a:solidFill>
              <a:schemeClr val="bg1"/>
            </a:solidFill>
            <a:miter/>
          </a:ln>
          <a:effectLst>
            <a:outerShdw blurRad="63500" algn="ctr" rotWithShape="0">
              <a:srgbClr val="000000">
                <a:alpha val="4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C877C17-55D2-BF8A-6BCB-4816285A47C8}"/>
              </a:ext>
            </a:extLst>
          </p:cNvPr>
          <p:cNvSpPr txBox="1"/>
          <p:nvPr/>
        </p:nvSpPr>
        <p:spPr>
          <a:xfrm>
            <a:off x="891414" y="6001930"/>
            <a:ext cx="10377568" cy="940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 cap="rnd">
            <a:noFill/>
            <a:round/>
          </a:ln>
          <a:effectLst>
            <a:outerShdw blurRad="76200" dist="50800" dir="5400000" algn="ctr" rotWithShape="0">
              <a:srgbClr val="CD9673">
                <a:alpha val="2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-18288" y="0"/>
            <a:ext cx="12228576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99000">
                <a:schemeClr val="accent1">
                  <a:lumMod val="20000"/>
                  <a:lumOff val="80000"/>
                </a:schemeClr>
              </a:gs>
            </a:gsLst>
            <a:lin ang="6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891414" y="6001930"/>
            <a:ext cx="10377568" cy="940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 cap="rnd">
            <a:noFill/>
            <a:round/>
          </a:ln>
          <a:effectLst>
            <a:outerShdw blurRad="76200" dist="50800" dir="5400000" algn="ctr" rotWithShape="0">
              <a:srgbClr val="CD9673">
                <a:alpha val="2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标题 1"/>
          <p:cNvSpPr txBox="1"/>
          <p:nvPr/>
        </p:nvSpPr>
        <p:spPr>
          <a:xfrm>
            <a:off x="0" y="419734"/>
            <a:ext cx="428561" cy="121453"/>
          </a:xfrm>
          <a:prstGeom prst="rect">
            <a:avLst/>
          </a:prstGeom>
          <a:solidFill>
            <a:schemeClr val="accent1"/>
          </a:solidFill>
          <a:ln w="25400" cap="sq">
            <a:solidFill>
              <a:schemeClr val="bg1"/>
            </a:solidFill>
            <a:miter/>
          </a:ln>
          <a:effectLst>
            <a:outerShdw blurRad="63500" algn="ctr" rotWithShape="0">
              <a:srgbClr val="000000">
                <a:alpha val="4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标题 1"/>
          <p:cNvSpPr txBox="1"/>
          <p:nvPr/>
        </p:nvSpPr>
        <p:spPr>
          <a:xfrm rot="5400000">
            <a:off x="-145315" y="292497"/>
            <a:ext cx="719190" cy="134200"/>
          </a:xfrm>
          <a:prstGeom prst="rect">
            <a:avLst/>
          </a:prstGeom>
          <a:solidFill>
            <a:schemeClr val="accent1"/>
          </a:solidFill>
          <a:ln w="25400" cap="sq">
            <a:solidFill>
              <a:schemeClr val="bg1"/>
            </a:solidFill>
            <a:miter/>
          </a:ln>
          <a:effectLst>
            <a:outerShdw blurRad="63500" algn="ctr" rotWithShape="0">
              <a:srgbClr val="000000">
                <a:alpha val="4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86245ADA-C336-340D-067B-B44DC3E82F81}"/>
              </a:ext>
            </a:extLst>
          </p:cNvPr>
          <p:cNvSpPr txBox="1"/>
          <p:nvPr/>
        </p:nvSpPr>
        <p:spPr>
          <a:xfrm>
            <a:off x="891414" y="1047100"/>
            <a:ext cx="10377568" cy="8194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 cap="rnd">
            <a:noFill/>
            <a:round/>
          </a:ln>
          <a:effectLst>
            <a:outerShdw blurRad="76200" dist="50800" dir="5400000" algn="ctr" rotWithShape="0">
              <a:srgbClr val="CD9673">
                <a:alpha val="2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E19FCF9-0C53-DEC3-29FA-C8839F0F155E}"/>
              </a:ext>
            </a:extLst>
          </p:cNvPr>
          <p:cNvSpPr txBox="1"/>
          <p:nvPr/>
        </p:nvSpPr>
        <p:spPr>
          <a:xfrm>
            <a:off x="1503579" y="1133638"/>
            <a:ext cx="91532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我们已经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将完整的模型代码、实验数据、配置文件及推理接口整理并开源发布至</a:t>
            </a: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GitHub</a:t>
            </a:r>
            <a:r>
              <a:rPr kumimoji="0" lang="zh-CN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平台，供相关领域研究者和开发者参考与使用。</a:t>
            </a: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7" name="图片 26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9C56333E-7011-868F-78B3-719A4E4015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9137" y="1953046"/>
            <a:ext cx="3008080" cy="3884323"/>
          </a:xfrm>
          <a:prstGeom prst="rect">
            <a:avLst/>
          </a:prstGeom>
        </p:spPr>
      </p:pic>
      <p:pic>
        <p:nvPicPr>
          <p:cNvPr id="23" name="图片 2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E221D595-7430-AB49-8FA0-1EF7FDFB9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540" y="1953047"/>
            <a:ext cx="7189651" cy="3884323"/>
          </a:xfrm>
          <a:prstGeom prst="rect">
            <a:avLst/>
          </a:prstGeom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25CA7333-753B-111A-DCE5-5FE49ECC784A}"/>
              </a:ext>
            </a:extLst>
          </p:cNvPr>
          <p:cNvSpPr txBox="1"/>
          <p:nvPr/>
        </p:nvSpPr>
        <p:spPr>
          <a:xfrm>
            <a:off x="579455" y="238458"/>
            <a:ext cx="10377569" cy="53641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 w="8890">
                  <a:noFill/>
                </a:ln>
                <a:solidFill>
                  <a:srgbClr val="262626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研究背景与意义</a:t>
            </a: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F6817-8AC0-3808-8D9A-87060270E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>
            <a:extLst>
              <a:ext uri="{FF2B5EF4-FFF2-40B4-BE49-F238E27FC236}">
                <a16:creationId xmlns:a16="http://schemas.microsoft.com/office/drawing/2014/main" id="{C5A34AC9-D0FC-4AA6-B03B-7BF083BDB48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8000"/>
          </a:blip>
          <a:srcRect/>
          <a:stretch>
            <a:fillRect/>
          </a:stretch>
        </p:blipFill>
        <p:spPr>
          <a:xfrm>
            <a:off x="3772953" y="0"/>
            <a:ext cx="8419047" cy="562539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E3621287-9B1B-DD8C-1712-1489CC21E0B4}"/>
              </a:ext>
            </a:extLst>
          </p:cNvPr>
          <p:cNvSpPr txBox="1"/>
          <p:nvPr/>
        </p:nvSpPr>
        <p:spPr>
          <a:xfrm>
            <a:off x="-9144" y="-9679"/>
            <a:ext cx="12210288" cy="6877359"/>
          </a:xfrm>
          <a:prstGeom prst="rect">
            <a:avLst/>
          </a:prstGeom>
          <a:solidFill>
            <a:schemeClr val="bg1">
              <a:alpha val="77962"/>
            </a:schemeClr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48154E0D-C931-55AC-4603-C842EE6BF59D}"/>
              </a:ext>
            </a:extLst>
          </p:cNvPr>
          <p:cNvSpPr txBox="1"/>
          <p:nvPr/>
        </p:nvSpPr>
        <p:spPr>
          <a:xfrm>
            <a:off x="0" y="-3318"/>
            <a:ext cx="3767922" cy="4007700"/>
          </a:xfrm>
          <a:custGeom>
            <a:avLst/>
            <a:gdLst>
              <a:gd name="connsiteX0" fmla="*/ 0 w 3593901"/>
              <a:gd name="connsiteY0" fmla="*/ 0 h 3822605"/>
              <a:gd name="connsiteX1" fmla="*/ 3570623 w 3593901"/>
              <a:gd name="connsiteY1" fmla="*/ 0 h 3822605"/>
              <a:gd name="connsiteX2" fmla="*/ 3576202 w 3593901"/>
              <a:gd name="connsiteY2" fmla="*/ 43906 h 3822605"/>
              <a:gd name="connsiteX3" fmla="*/ 3593901 w 3593901"/>
              <a:gd name="connsiteY3" fmla="*/ 394418 h 3822605"/>
              <a:gd name="connsiteX4" fmla="*/ 165714 w 3593901"/>
              <a:gd name="connsiteY4" fmla="*/ 3822605 h 3822605"/>
              <a:gd name="connsiteX5" fmla="*/ 0 w 3593901"/>
              <a:gd name="connsiteY5" fmla="*/ 3818415 h 3822605"/>
            </a:gdLst>
            <a:ahLst/>
            <a:cxnLst/>
            <a:rect l="l" t="t" r="r" b="b"/>
            <a:pathLst>
              <a:path w="3593901" h="3822605">
                <a:moveTo>
                  <a:pt x="0" y="0"/>
                </a:moveTo>
                <a:lnTo>
                  <a:pt x="3570623" y="0"/>
                </a:lnTo>
                <a:lnTo>
                  <a:pt x="3576202" y="43906"/>
                </a:lnTo>
                <a:cubicBezTo>
                  <a:pt x="3587906" y="159152"/>
                  <a:pt x="3593901" y="276085"/>
                  <a:pt x="3593901" y="394418"/>
                </a:cubicBezTo>
                <a:cubicBezTo>
                  <a:pt x="3593901" y="2287753"/>
                  <a:pt x="2059049" y="3822605"/>
                  <a:pt x="165714" y="3822605"/>
                </a:cubicBezTo>
                <a:lnTo>
                  <a:pt x="0" y="3818415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28305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1594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146AA994-567F-0987-BE5D-85FDAD914707}"/>
              </a:ext>
            </a:extLst>
          </p:cNvPr>
          <p:cNvSpPr txBox="1"/>
          <p:nvPr/>
        </p:nvSpPr>
        <p:spPr>
          <a:xfrm rot="10800000">
            <a:off x="8442364" y="2867045"/>
            <a:ext cx="3767922" cy="4007700"/>
          </a:xfrm>
          <a:custGeom>
            <a:avLst/>
            <a:gdLst>
              <a:gd name="connsiteX0" fmla="*/ 0 w 3593901"/>
              <a:gd name="connsiteY0" fmla="*/ 0 h 3822605"/>
              <a:gd name="connsiteX1" fmla="*/ 3570623 w 3593901"/>
              <a:gd name="connsiteY1" fmla="*/ 0 h 3822605"/>
              <a:gd name="connsiteX2" fmla="*/ 3576202 w 3593901"/>
              <a:gd name="connsiteY2" fmla="*/ 43906 h 3822605"/>
              <a:gd name="connsiteX3" fmla="*/ 3593901 w 3593901"/>
              <a:gd name="connsiteY3" fmla="*/ 394418 h 3822605"/>
              <a:gd name="connsiteX4" fmla="*/ 165714 w 3593901"/>
              <a:gd name="connsiteY4" fmla="*/ 3822605 h 3822605"/>
              <a:gd name="connsiteX5" fmla="*/ 0 w 3593901"/>
              <a:gd name="connsiteY5" fmla="*/ 3818415 h 3822605"/>
            </a:gdLst>
            <a:ahLst/>
            <a:cxnLst/>
            <a:rect l="l" t="t" r="r" b="b"/>
            <a:pathLst>
              <a:path w="3593901" h="3822605">
                <a:moveTo>
                  <a:pt x="0" y="0"/>
                </a:moveTo>
                <a:lnTo>
                  <a:pt x="3570623" y="0"/>
                </a:lnTo>
                <a:lnTo>
                  <a:pt x="3576202" y="43906"/>
                </a:lnTo>
                <a:cubicBezTo>
                  <a:pt x="3587906" y="159152"/>
                  <a:pt x="3593901" y="276085"/>
                  <a:pt x="3593901" y="394418"/>
                </a:cubicBezTo>
                <a:cubicBezTo>
                  <a:pt x="3593901" y="2287753"/>
                  <a:pt x="2059049" y="3822605"/>
                  <a:pt x="165714" y="3822605"/>
                </a:cubicBezTo>
                <a:lnTo>
                  <a:pt x="0" y="3818415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accent1">
                  <a:lumMod val="40000"/>
                  <a:lumOff val="60000"/>
                  <a:alpha val="29000"/>
                </a:schemeClr>
              </a:gs>
            </a:gsLst>
            <a:lin ang="21594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0A7527E9-CADC-A3F3-ADC3-1B50C77C3691}"/>
              </a:ext>
            </a:extLst>
          </p:cNvPr>
          <p:cNvSpPr txBox="1"/>
          <p:nvPr/>
        </p:nvSpPr>
        <p:spPr>
          <a:xfrm flipH="1">
            <a:off x="569423" y="489686"/>
            <a:ext cx="1672266" cy="549270"/>
          </a:xfrm>
          <a:custGeom>
            <a:avLst/>
            <a:gdLst>
              <a:gd name="connsiteX0" fmla="*/ 64839 w 1108502"/>
              <a:gd name="connsiteY0" fmla="*/ 32419 h 364097"/>
              <a:gd name="connsiteX1" fmla="*/ 32420 w 1108502"/>
              <a:gd name="connsiteY1" fmla="*/ 64839 h 364097"/>
              <a:gd name="connsiteX2" fmla="*/ 0 w 1108502"/>
              <a:gd name="connsiteY2" fmla="*/ 32419 h 364097"/>
              <a:gd name="connsiteX3" fmla="*/ 32420 w 1108502"/>
              <a:gd name="connsiteY3" fmla="*/ 0 h 364097"/>
              <a:gd name="connsiteX4" fmla="*/ 64839 w 1108502"/>
              <a:gd name="connsiteY4" fmla="*/ 32419 h 364097"/>
              <a:gd name="connsiteX5" fmla="*/ 180802 w 1108502"/>
              <a:gd name="connsiteY5" fmla="*/ 1247 h 364097"/>
              <a:gd name="connsiteX6" fmla="*/ 148382 w 1108502"/>
              <a:gd name="connsiteY6" fmla="*/ 33666 h 364097"/>
              <a:gd name="connsiteX7" fmla="*/ 180802 w 1108502"/>
              <a:gd name="connsiteY7" fmla="*/ 66086 h 364097"/>
              <a:gd name="connsiteX8" fmla="*/ 213222 w 1108502"/>
              <a:gd name="connsiteY8" fmla="*/ 33666 h 364097"/>
              <a:gd name="connsiteX9" fmla="*/ 180802 w 1108502"/>
              <a:gd name="connsiteY9" fmla="*/ 1247 h 364097"/>
              <a:gd name="connsiteX10" fmla="*/ 64839 w 1108502"/>
              <a:gd name="connsiteY10" fmla="*/ 182048 h 364097"/>
              <a:gd name="connsiteX11" fmla="*/ 32420 w 1108502"/>
              <a:gd name="connsiteY11" fmla="*/ 149629 h 364097"/>
              <a:gd name="connsiteX12" fmla="*/ 0 w 1108502"/>
              <a:gd name="connsiteY12" fmla="*/ 182048 h 364097"/>
              <a:gd name="connsiteX13" fmla="*/ 32420 w 1108502"/>
              <a:gd name="connsiteY13" fmla="*/ 214468 h 364097"/>
              <a:gd name="connsiteX14" fmla="*/ 64839 w 1108502"/>
              <a:gd name="connsiteY14" fmla="*/ 182048 h 364097"/>
              <a:gd name="connsiteX15" fmla="*/ 330431 w 1108502"/>
              <a:gd name="connsiteY15" fmla="*/ 1247 h 364097"/>
              <a:gd name="connsiteX16" fmla="*/ 298011 w 1108502"/>
              <a:gd name="connsiteY16" fmla="*/ 33666 h 364097"/>
              <a:gd name="connsiteX17" fmla="*/ 330431 w 1108502"/>
              <a:gd name="connsiteY17" fmla="*/ 66086 h 364097"/>
              <a:gd name="connsiteX18" fmla="*/ 362851 w 1108502"/>
              <a:gd name="connsiteY18" fmla="*/ 33666 h 364097"/>
              <a:gd name="connsiteX19" fmla="*/ 330431 w 1108502"/>
              <a:gd name="connsiteY19" fmla="*/ 1247 h 364097"/>
              <a:gd name="connsiteX20" fmla="*/ 480060 w 1108502"/>
              <a:gd name="connsiteY20" fmla="*/ 1247 h 364097"/>
              <a:gd name="connsiteX21" fmla="*/ 447640 w 1108502"/>
              <a:gd name="connsiteY21" fmla="*/ 33666 h 364097"/>
              <a:gd name="connsiteX22" fmla="*/ 480060 w 1108502"/>
              <a:gd name="connsiteY22" fmla="*/ 66086 h 364097"/>
              <a:gd name="connsiteX23" fmla="*/ 512480 w 1108502"/>
              <a:gd name="connsiteY23" fmla="*/ 33666 h 364097"/>
              <a:gd name="connsiteX24" fmla="*/ 480060 w 1108502"/>
              <a:gd name="connsiteY24" fmla="*/ 1247 h 364097"/>
              <a:gd name="connsiteX25" fmla="*/ 628442 w 1108502"/>
              <a:gd name="connsiteY25" fmla="*/ 1247 h 364097"/>
              <a:gd name="connsiteX26" fmla="*/ 596022 w 1108502"/>
              <a:gd name="connsiteY26" fmla="*/ 33666 h 364097"/>
              <a:gd name="connsiteX27" fmla="*/ 628442 w 1108502"/>
              <a:gd name="connsiteY27" fmla="*/ 66086 h 364097"/>
              <a:gd name="connsiteX28" fmla="*/ 660862 w 1108502"/>
              <a:gd name="connsiteY28" fmla="*/ 33666 h 364097"/>
              <a:gd name="connsiteX29" fmla="*/ 628442 w 1108502"/>
              <a:gd name="connsiteY29" fmla="*/ 1247 h 364097"/>
              <a:gd name="connsiteX30" fmla="*/ 778071 w 1108502"/>
              <a:gd name="connsiteY30" fmla="*/ 1247 h 364097"/>
              <a:gd name="connsiteX31" fmla="*/ 745652 w 1108502"/>
              <a:gd name="connsiteY31" fmla="*/ 33666 h 364097"/>
              <a:gd name="connsiteX32" fmla="*/ 778071 w 1108502"/>
              <a:gd name="connsiteY32" fmla="*/ 66086 h 364097"/>
              <a:gd name="connsiteX33" fmla="*/ 810491 w 1108502"/>
              <a:gd name="connsiteY33" fmla="*/ 33666 h 364097"/>
              <a:gd name="connsiteX34" fmla="*/ 778071 w 1108502"/>
              <a:gd name="connsiteY34" fmla="*/ 1247 h 364097"/>
              <a:gd name="connsiteX35" fmla="*/ 926453 w 1108502"/>
              <a:gd name="connsiteY35" fmla="*/ 1247 h 364097"/>
              <a:gd name="connsiteX36" fmla="*/ 894034 w 1108502"/>
              <a:gd name="connsiteY36" fmla="*/ 33666 h 364097"/>
              <a:gd name="connsiteX37" fmla="*/ 926453 w 1108502"/>
              <a:gd name="connsiteY37" fmla="*/ 66086 h 364097"/>
              <a:gd name="connsiteX38" fmla="*/ 958873 w 1108502"/>
              <a:gd name="connsiteY38" fmla="*/ 33666 h 364097"/>
              <a:gd name="connsiteX39" fmla="*/ 926453 w 1108502"/>
              <a:gd name="connsiteY39" fmla="*/ 1247 h 364097"/>
              <a:gd name="connsiteX40" fmla="*/ 1076082 w 1108502"/>
              <a:gd name="connsiteY40" fmla="*/ 1247 h 364097"/>
              <a:gd name="connsiteX41" fmla="*/ 1043663 w 1108502"/>
              <a:gd name="connsiteY41" fmla="*/ 33666 h 364097"/>
              <a:gd name="connsiteX42" fmla="*/ 1076082 w 1108502"/>
              <a:gd name="connsiteY42" fmla="*/ 66086 h 364097"/>
              <a:gd name="connsiteX43" fmla="*/ 1108503 w 1108502"/>
              <a:gd name="connsiteY43" fmla="*/ 33666 h 364097"/>
              <a:gd name="connsiteX44" fmla="*/ 1076082 w 1108502"/>
              <a:gd name="connsiteY44" fmla="*/ 1247 h 364097"/>
              <a:gd name="connsiteX45" fmla="*/ 180802 w 1108502"/>
              <a:gd name="connsiteY45" fmla="*/ 149629 h 364097"/>
              <a:gd name="connsiteX46" fmla="*/ 148382 w 1108502"/>
              <a:gd name="connsiteY46" fmla="*/ 182048 h 364097"/>
              <a:gd name="connsiteX47" fmla="*/ 180802 w 1108502"/>
              <a:gd name="connsiteY47" fmla="*/ 214468 h 364097"/>
              <a:gd name="connsiteX48" fmla="*/ 213222 w 1108502"/>
              <a:gd name="connsiteY48" fmla="*/ 182048 h 364097"/>
              <a:gd name="connsiteX49" fmla="*/ 180802 w 1108502"/>
              <a:gd name="connsiteY49" fmla="*/ 149629 h 364097"/>
              <a:gd name="connsiteX50" fmla="*/ 330431 w 1108502"/>
              <a:gd name="connsiteY50" fmla="*/ 149629 h 364097"/>
              <a:gd name="connsiteX51" fmla="*/ 298011 w 1108502"/>
              <a:gd name="connsiteY51" fmla="*/ 182048 h 364097"/>
              <a:gd name="connsiteX52" fmla="*/ 330431 w 1108502"/>
              <a:gd name="connsiteY52" fmla="*/ 214468 h 364097"/>
              <a:gd name="connsiteX53" fmla="*/ 362851 w 1108502"/>
              <a:gd name="connsiteY53" fmla="*/ 182048 h 364097"/>
              <a:gd name="connsiteX54" fmla="*/ 330431 w 1108502"/>
              <a:gd name="connsiteY54" fmla="*/ 149629 h 364097"/>
              <a:gd name="connsiteX55" fmla="*/ 480060 w 1108502"/>
              <a:gd name="connsiteY55" fmla="*/ 149629 h 364097"/>
              <a:gd name="connsiteX56" fmla="*/ 447640 w 1108502"/>
              <a:gd name="connsiteY56" fmla="*/ 182048 h 364097"/>
              <a:gd name="connsiteX57" fmla="*/ 480060 w 1108502"/>
              <a:gd name="connsiteY57" fmla="*/ 214468 h 364097"/>
              <a:gd name="connsiteX58" fmla="*/ 512480 w 1108502"/>
              <a:gd name="connsiteY58" fmla="*/ 182048 h 364097"/>
              <a:gd name="connsiteX59" fmla="*/ 480060 w 1108502"/>
              <a:gd name="connsiteY59" fmla="*/ 149629 h 364097"/>
              <a:gd name="connsiteX60" fmla="*/ 628442 w 1108502"/>
              <a:gd name="connsiteY60" fmla="*/ 149629 h 364097"/>
              <a:gd name="connsiteX61" fmla="*/ 596022 w 1108502"/>
              <a:gd name="connsiteY61" fmla="*/ 182048 h 364097"/>
              <a:gd name="connsiteX62" fmla="*/ 628442 w 1108502"/>
              <a:gd name="connsiteY62" fmla="*/ 214468 h 364097"/>
              <a:gd name="connsiteX63" fmla="*/ 660862 w 1108502"/>
              <a:gd name="connsiteY63" fmla="*/ 182048 h 364097"/>
              <a:gd name="connsiteX64" fmla="*/ 628442 w 1108502"/>
              <a:gd name="connsiteY64" fmla="*/ 149629 h 364097"/>
              <a:gd name="connsiteX65" fmla="*/ 778071 w 1108502"/>
              <a:gd name="connsiteY65" fmla="*/ 149629 h 364097"/>
              <a:gd name="connsiteX66" fmla="*/ 745652 w 1108502"/>
              <a:gd name="connsiteY66" fmla="*/ 182048 h 364097"/>
              <a:gd name="connsiteX67" fmla="*/ 778071 w 1108502"/>
              <a:gd name="connsiteY67" fmla="*/ 214468 h 364097"/>
              <a:gd name="connsiteX68" fmla="*/ 810491 w 1108502"/>
              <a:gd name="connsiteY68" fmla="*/ 182048 h 364097"/>
              <a:gd name="connsiteX69" fmla="*/ 778071 w 1108502"/>
              <a:gd name="connsiteY69" fmla="*/ 149629 h 364097"/>
              <a:gd name="connsiteX70" fmla="*/ 926453 w 1108502"/>
              <a:gd name="connsiteY70" fmla="*/ 149629 h 364097"/>
              <a:gd name="connsiteX71" fmla="*/ 894034 w 1108502"/>
              <a:gd name="connsiteY71" fmla="*/ 182048 h 364097"/>
              <a:gd name="connsiteX72" fmla="*/ 926453 w 1108502"/>
              <a:gd name="connsiteY72" fmla="*/ 214468 h 364097"/>
              <a:gd name="connsiteX73" fmla="*/ 958873 w 1108502"/>
              <a:gd name="connsiteY73" fmla="*/ 182048 h 364097"/>
              <a:gd name="connsiteX74" fmla="*/ 926453 w 1108502"/>
              <a:gd name="connsiteY74" fmla="*/ 149629 h 364097"/>
              <a:gd name="connsiteX75" fmla="*/ 1076082 w 1108502"/>
              <a:gd name="connsiteY75" fmla="*/ 149629 h 364097"/>
              <a:gd name="connsiteX76" fmla="*/ 1043663 w 1108502"/>
              <a:gd name="connsiteY76" fmla="*/ 182048 h 364097"/>
              <a:gd name="connsiteX77" fmla="*/ 1076082 w 1108502"/>
              <a:gd name="connsiteY77" fmla="*/ 214468 h 364097"/>
              <a:gd name="connsiteX78" fmla="*/ 1108503 w 1108502"/>
              <a:gd name="connsiteY78" fmla="*/ 182048 h 364097"/>
              <a:gd name="connsiteX79" fmla="*/ 1076082 w 1108502"/>
              <a:gd name="connsiteY79" fmla="*/ 149629 h 364097"/>
              <a:gd name="connsiteX80" fmla="*/ 32420 w 1108502"/>
              <a:gd name="connsiteY80" fmla="*/ 299258 h 364097"/>
              <a:gd name="connsiteX81" fmla="*/ 0 w 1108502"/>
              <a:gd name="connsiteY81" fmla="*/ 331678 h 364097"/>
              <a:gd name="connsiteX82" fmla="*/ 32420 w 1108502"/>
              <a:gd name="connsiteY82" fmla="*/ 364097 h 364097"/>
              <a:gd name="connsiteX83" fmla="*/ 64839 w 1108502"/>
              <a:gd name="connsiteY83" fmla="*/ 331678 h 364097"/>
              <a:gd name="connsiteX84" fmla="*/ 32420 w 1108502"/>
              <a:gd name="connsiteY84" fmla="*/ 299258 h 364097"/>
              <a:gd name="connsiteX85" fmla="*/ 180802 w 1108502"/>
              <a:gd name="connsiteY85" fmla="*/ 299258 h 364097"/>
              <a:gd name="connsiteX86" fmla="*/ 148382 w 1108502"/>
              <a:gd name="connsiteY86" fmla="*/ 331678 h 364097"/>
              <a:gd name="connsiteX87" fmla="*/ 180802 w 1108502"/>
              <a:gd name="connsiteY87" fmla="*/ 364097 h 364097"/>
              <a:gd name="connsiteX88" fmla="*/ 213222 w 1108502"/>
              <a:gd name="connsiteY88" fmla="*/ 331678 h 364097"/>
              <a:gd name="connsiteX89" fmla="*/ 180802 w 1108502"/>
              <a:gd name="connsiteY89" fmla="*/ 299258 h 364097"/>
              <a:gd name="connsiteX90" fmla="*/ 330431 w 1108502"/>
              <a:gd name="connsiteY90" fmla="*/ 299258 h 364097"/>
              <a:gd name="connsiteX91" fmla="*/ 298011 w 1108502"/>
              <a:gd name="connsiteY91" fmla="*/ 331678 h 364097"/>
              <a:gd name="connsiteX92" fmla="*/ 330431 w 1108502"/>
              <a:gd name="connsiteY92" fmla="*/ 364097 h 364097"/>
              <a:gd name="connsiteX93" fmla="*/ 362851 w 1108502"/>
              <a:gd name="connsiteY93" fmla="*/ 331678 h 364097"/>
              <a:gd name="connsiteX94" fmla="*/ 330431 w 1108502"/>
              <a:gd name="connsiteY94" fmla="*/ 299258 h 364097"/>
              <a:gd name="connsiteX95" fmla="*/ 480060 w 1108502"/>
              <a:gd name="connsiteY95" fmla="*/ 299258 h 364097"/>
              <a:gd name="connsiteX96" fmla="*/ 447640 w 1108502"/>
              <a:gd name="connsiteY96" fmla="*/ 331678 h 364097"/>
              <a:gd name="connsiteX97" fmla="*/ 480060 w 1108502"/>
              <a:gd name="connsiteY97" fmla="*/ 364097 h 364097"/>
              <a:gd name="connsiteX98" fmla="*/ 512480 w 1108502"/>
              <a:gd name="connsiteY98" fmla="*/ 331678 h 364097"/>
              <a:gd name="connsiteX99" fmla="*/ 480060 w 1108502"/>
              <a:gd name="connsiteY99" fmla="*/ 299258 h 364097"/>
              <a:gd name="connsiteX100" fmla="*/ 628442 w 1108502"/>
              <a:gd name="connsiteY100" fmla="*/ 299258 h 364097"/>
              <a:gd name="connsiteX101" fmla="*/ 596022 w 1108502"/>
              <a:gd name="connsiteY101" fmla="*/ 331678 h 364097"/>
              <a:gd name="connsiteX102" fmla="*/ 628442 w 1108502"/>
              <a:gd name="connsiteY102" fmla="*/ 364097 h 364097"/>
              <a:gd name="connsiteX103" fmla="*/ 660862 w 1108502"/>
              <a:gd name="connsiteY103" fmla="*/ 331678 h 364097"/>
              <a:gd name="connsiteX104" fmla="*/ 628442 w 1108502"/>
              <a:gd name="connsiteY104" fmla="*/ 299258 h 364097"/>
              <a:gd name="connsiteX105" fmla="*/ 778071 w 1108502"/>
              <a:gd name="connsiteY105" fmla="*/ 299258 h 364097"/>
              <a:gd name="connsiteX106" fmla="*/ 745652 w 1108502"/>
              <a:gd name="connsiteY106" fmla="*/ 331678 h 364097"/>
              <a:gd name="connsiteX107" fmla="*/ 778071 w 1108502"/>
              <a:gd name="connsiteY107" fmla="*/ 364097 h 364097"/>
              <a:gd name="connsiteX108" fmla="*/ 810491 w 1108502"/>
              <a:gd name="connsiteY108" fmla="*/ 331678 h 364097"/>
              <a:gd name="connsiteX109" fmla="*/ 778071 w 1108502"/>
              <a:gd name="connsiteY109" fmla="*/ 299258 h 364097"/>
              <a:gd name="connsiteX110" fmla="*/ 926453 w 1108502"/>
              <a:gd name="connsiteY110" fmla="*/ 299258 h 364097"/>
              <a:gd name="connsiteX111" fmla="*/ 894034 w 1108502"/>
              <a:gd name="connsiteY111" fmla="*/ 331678 h 364097"/>
              <a:gd name="connsiteX112" fmla="*/ 926453 w 1108502"/>
              <a:gd name="connsiteY112" fmla="*/ 364097 h 364097"/>
              <a:gd name="connsiteX113" fmla="*/ 958873 w 1108502"/>
              <a:gd name="connsiteY113" fmla="*/ 331678 h 364097"/>
              <a:gd name="connsiteX114" fmla="*/ 926453 w 1108502"/>
              <a:gd name="connsiteY114" fmla="*/ 299258 h 364097"/>
              <a:gd name="connsiteX115" fmla="*/ 1076082 w 1108502"/>
              <a:gd name="connsiteY115" fmla="*/ 299258 h 364097"/>
              <a:gd name="connsiteX116" fmla="*/ 1043663 w 1108502"/>
              <a:gd name="connsiteY116" fmla="*/ 331678 h 364097"/>
              <a:gd name="connsiteX117" fmla="*/ 1076082 w 1108502"/>
              <a:gd name="connsiteY117" fmla="*/ 364097 h 364097"/>
              <a:gd name="connsiteX118" fmla="*/ 1108503 w 1108502"/>
              <a:gd name="connsiteY118" fmla="*/ 331678 h 364097"/>
              <a:gd name="connsiteX119" fmla="*/ 1076082 w 1108502"/>
              <a:gd name="connsiteY119" fmla="*/ 299258 h 364097"/>
            </a:gdLst>
            <a:ahLst/>
            <a:cxnLst/>
            <a:rect l="l" t="t" r="r" b="b"/>
            <a:pathLst>
              <a:path w="1108502" h="364097">
                <a:moveTo>
                  <a:pt x="64839" y="32419"/>
                </a:moveTo>
                <a:cubicBezTo>
                  <a:pt x="64839" y="49876"/>
                  <a:pt x="49876" y="64839"/>
                  <a:pt x="32420" y="64839"/>
                </a:cubicBezTo>
                <a:cubicBezTo>
                  <a:pt x="14963" y="64839"/>
                  <a:pt x="0" y="49876"/>
                  <a:pt x="0" y="32419"/>
                </a:cubicBezTo>
                <a:cubicBezTo>
                  <a:pt x="0" y="14963"/>
                  <a:pt x="14963" y="0"/>
                  <a:pt x="32420" y="0"/>
                </a:cubicBezTo>
                <a:cubicBezTo>
                  <a:pt x="49876" y="1247"/>
                  <a:pt x="64839" y="14963"/>
                  <a:pt x="64839" y="32419"/>
                </a:cubicBezTo>
                <a:close/>
                <a:moveTo>
                  <a:pt x="180802" y="1247"/>
                </a:moveTo>
                <a:cubicBezTo>
                  <a:pt x="163345" y="1247"/>
                  <a:pt x="148382" y="16210"/>
                  <a:pt x="148382" y="33666"/>
                </a:cubicBezTo>
                <a:cubicBezTo>
                  <a:pt x="148382" y="51123"/>
                  <a:pt x="163345" y="66086"/>
                  <a:pt x="180802" y="66086"/>
                </a:cubicBezTo>
                <a:cubicBezTo>
                  <a:pt x="198258" y="66086"/>
                  <a:pt x="213222" y="51123"/>
                  <a:pt x="213222" y="33666"/>
                </a:cubicBezTo>
                <a:cubicBezTo>
                  <a:pt x="213222" y="14963"/>
                  <a:pt x="199505" y="1247"/>
                  <a:pt x="180802" y="1247"/>
                </a:cubicBezTo>
                <a:close/>
                <a:moveTo>
                  <a:pt x="64839" y="182048"/>
                </a:moveTo>
                <a:cubicBezTo>
                  <a:pt x="64839" y="164592"/>
                  <a:pt x="49876" y="149629"/>
                  <a:pt x="32420" y="149629"/>
                </a:cubicBezTo>
                <a:cubicBezTo>
                  <a:pt x="14963" y="149629"/>
                  <a:pt x="0" y="164592"/>
                  <a:pt x="0" y="182048"/>
                </a:cubicBezTo>
                <a:cubicBezTo>
                  <a:pt x="0" y="199505"/>
                  <a:pt x="14963" y="214468"/>
                  <a:pt x="32420" y="214468"/>
                </a:cubicBezTo>
                <a:cubicBezTo>
                  <a:pt x="49876" y="214468"/>
                  <a:pt x="64839" y="199505"/>
                  <a:pt x="64839" y="182048"/>
                </a:cubicBezTo>
                <a:close/>
                <a:moveTo>
                  <a:pt x="330431" y="1247"/>
                </a:moveTo>
                <a:cubicBezTo>
                  <a:pt x="312974" y="1247"/>
                  <a:pt x="298011" y="16210"/>
                  <a:pt x="298011" y="33666"/>
                </a:cubicBezTo>
                <a:cubicBezTo>
                  <a:pt x="298011" y="51123"/>
                  <a:pt x="312974" y="66086"/>
                  <a:pt x="330431" y="66086"/>
                </a:cubicBezTo>
                <a:cubicBezTo>
                  <a:pt x="347888" y="66086"/>
                  <a:pt x="362851" y="51123"/>
                  <a:pt x="362851" y="33666"/>
                </a:cubicBezTo>
                <a:cubicBezTo>
                  <a:pt x="362851" y="14963"/>
                  <a:pt x="347888" y="1247"/>
                  <a:pt x="330431" y="1247"/>
                </a:cubicBezTo>
                <a:close/>
                <a:moveTo>
                  <a:pt x="480060" y="1247"/>
                </a:moveTo>
                <a:cubicBezTo>
                  <a:pt x="462603" y="1247"/>
                  <a:pt x="447640" y="16210"/>
                  <a:pt x="447640" y="33666"/>
                </a:cubicBezTo>
                <a:cubicBezTo>
                  <a:pt x="447640" y="51123"/>
                  <a:pt x="462603" y="66086"/>
                  <a:pt x="480060" y="66086"/>
                </a:cubicBezTo>
                <a:cubicBezTo>
                  <a:pt x="497517" y="66086"/>
                  <a:pt x="512480" y="51123"/>
                  <a:pt x="512480" y="33666"/>
                </a:cubicBezTo>
                <a:cubicBezTo>
                  <a:pt x="511233" y="14963"/>
                  <a:pt x="497517" y="1247"/>
                  <a:pt x="480060" y="1247"/>
                </a:cubicBezTo>
                <a:close/>
                <a:moveTo>
                  <a:pt x="628442" y="1247"/>
                </a:moveTo>
                <a:cubicBezTo>
                  <a:pt x="610985" y="1247"/>
                  <a:pt x="596022" y="16210"/>
                  <a:pt x="596022" y="33666"/>
                </a:cubicBezTo>
                <a:cubicBezTo>
                  <a:pt x="596022" y="51123"/>
                  <a:pt x="610985" y="66086"/>
                  <a:pt x="628442" y="66086"/>
                </a:cubicBezTo>
                <a:cubicBezTo>
                  <a:pt x="645899" y="66086"/>
                  <a:pt x="660862" y="51123"/>
                  <a:pt x="660862" y="33666"/>
                </a:cubicBezTo>
                <a:cubicBezTo>
                  <a:pt x="660862" y="14963"/>
                  <a:pt x="645899" y="1247"/>
                  <a:pt x="628442" y="1247"/>
                </a:cubicBezTo>
                <a:close/>
                <a:moveTo>
                  <a:pt x="778071" y="1247"/>
                </a:moveTo>
                <a:cubicBezTo>
                  <a:pt x="760615" y="1247"/>
                  <a:pt x="745652" y="16210"/>
                  <a:pt x="745652" y="33666"/>
                </a:cubicBezTo>
                <a:cubicBezTo>
                  <a:pt x="745652" y="51123"/>
                  <a:pt x="760615" y="66086"/>
                  <a:pt x="778071" y="66086"/>
                </a:cubicBezTo>
                <a:cubicBezTo>
                  <a:pt x="795528" y="66086"/>
                  <a:pt x="810491" y="51123"/>
                  <a:pt x="810491" y="33666"/>
                </a:cubicBezTo>
                <a:cubicBezTo>
                  <a:pt x="809244" y="14963"/>
                  <a:pt x="795528" y="1247"/>
                  <a:pt x="778071" y="1247"/>
                </a:cubicBezTo>
                <a:close/>
                <a:moveTo>
                  <a:pt x="926453" y="1247"/>
                </a:moveTo>
                <a:cubicBezTo>
                  <a:pt x="908997" y="1247"/>
                  <a:pt x="894034" y="16210"/>
                  <a:pt x="894034" y="33666"/>
                </a:cubicBezTo>
                <a:cubicBezTo>
                  <a:pt x="894034" y="51123"/>
                  <a:pt x="908997" y="66086"/>
                  <a:pt x="926453" y="66086"/>
                </a:cubicBezTo>
                <a:cubicBezTo>
                  <a:pt x="943910" y="66086"/>
                  <a:pt x="958873" y="51123"/>
                  <a:pt x="958873" y="33666"/>
                </a:cubicBezTo>
                <a:cubicBezTo>
                  <a:pt x="958873" y="14963"/>
                  <a:pt x="943910" y="1247"/>
                  <a:pt x="926453" y="1247"/>
                </a:cubicBezTo>
                <a:close/>
                <a:moveTo>
                  <a:pt x="1076082" y="1247"/>
                </a:moveTo>
                <a:cubicBezTo>
                  <a:pt x="1058626" y="1247"/>
                  <a:pt x="1043663" y="16210"/>
                  <a:pt x="1043663" y="33666"/>
                </a:cubicBezTo>
                <a:cubicBezTo>
                  <a:pt x="1043663" y="51123"/>
                  <a:pt x="1058626" y="66086"/>
                  <a:pt x="1076082" y="66086"/>
                </a:cubicBezTo>
                <a:cubicBezTo>
                  <a:pt x="1093539" y="66086"/>
                  <a:pt x="1108503" y="51123"/>
                  <a:pt x="1108503" y="33666"/>
                </a:cubicBezTo>
                <a:cubicBezTo>
                  <a:pt x="1107255" y="14963"/>
                  <a:pt x="1093539" y="1247"/>
                  <a:pt x="1076082" y="1247"/>
                </a:cubicBezTo>
                <a:close/>
                <a:moveTo>
                  <a:pt x="180802" y="149629"/>
                </a:moveTo>
                <a:cubicBezTo>
                  <a:pt x="163345" y="149629"/>
                  <a:pt x="148382" y="164592"/>
                  <a:pt x="148382" y="182048"/>
                </a:cubicBezTo>
                <a:cubicBezTo>
                  <a:pt x="148382" y="199505"/>
                  <a:pt x="163345" y="214468"/>
                  <a:pt x="180802" y="214468"/>
                </a:cubicBezTo>
                <a:cubicBezTo>
                  <a:pt x="198258" y="214468"/>
                  <a:pt x="213222" y="199505"/>
                  <a:pt x="213222" y="182048"/>
                </a:cubicBezTo>
                <a:cubicBezTo>
                  <a:pt x="213222" y="164592"/>
                  <a:pt x="199505" y="149629"/>
                  <a:pt x="180802" y="149629"/>
                </a:cubicBezTo>
                <a:close/>
                <a:moveTo>
                  <a:pt x="330431" y="149629"/>
                </a:moveTo>
                <a:cubicBezTo>
                  <a:pt x="312974" y="149629"/>
                  <a:pt x="298011" y="164592"/>
                  <a:pt x="298011" y="182048"/>
                </a:cubicBezTo>
                <a:cubicBezTo>
                  <a:pt x="298011" y="199505"/>
                  <a:pt x="312974" y="214468"/>
                  <a:pt x="330431" y="214468"/>
                </a:cubicBezTo>
                <a:cubicBezTo>
                  <a:pt x="347888" y="214468"/>
                  <a:pt x="362851" y="199505"/>
                  <a:pt x="362851" y="182048"/>
                </a:cubicBezTo>
                <a:cubicBezTo>
                  <a:pt x="362851" y="164592"/>
                  <a:pt x="347888" y="149629"/>
                  <a:pt x="330431" y="149629"/>
                </a:cubicBezTo>
                <a:close/>
                <a:moveTo>
                  <a:pt x="480060" y="149629"/>
                </a:moveTo>
                <a:cubicBezTo>
                  <a:pt x="462603" y="149629"/>
                  <a:pt x="447640" y="164592"/>
                  <a:pt x="447640" y="182048"/>
                </a:cubicBezTo>
                <a:cubicBezTo>
                  <a:pt x="447640" y="199505"/>
                  <a:pt x="462603" y="214468"/>
                  <a:pt x="480060" y="214468"/>
                </a:cubicBezTo>
                <a:cubicBezTo>
                  <a:pt x="497517" y="214468"/>
                  <a:pt x="512480" y="199505"/>
                  <a:pt x="512480" y="182048"/>
                </a:cubicBezTo>
                <a:cubicBezTo>
                  <a:pt x="512480" y="164592"/>
                  <a:pt x="497517" y="149629"/>
                  <a:pt x="480060" y="149629"/>
                </a:cubicBezTo>
                <a:close/>
                <a:moveTo>
                  <a:pt x="628442" y="149629"/>
                </a:moveTo>
                <a:cubicBezTo>
                  <a:pt x="610985" y="149629"/>
                  <a:pt x="596022" y="164592"/>
                  <a:pt x="596022" y="182048"/>
                </a:cubicBezTo>
                <a:cubicBezTo>
                  <a:pt x="596022" y="199505"/>
                  <a:pt x="610985" y="214468"/>
                  <a:pt x="628442" y="214468"/>
                </a:cubicBezTo>
                <a:cubicBezTo>
                  <a:pt x="645899" y="214468"/>
                  <a:pt x="660862" y="199505"/>
                  <a:pt x="660862" y="182048"/>
                </a:cubicBezTo>
                <a:cubicBezTo>
                  <a:pt x="660862" y="164592"/>
                  <a:pt x="645899" y="149629"/>
                  <a:pt x="628442" y="149629"/>
                </a:cubicBezTo>
                <a:close/>
                <a:moveTo>
                  <a:pt x="778071" y="149629"/>
                </a:moveTo>
                <a:cubicBezTo>
                  <a:pt x="760615" y="149629"/>
                  <a:pt x="745652" y="164592"/>
                  <a:pt x="745652" y="182048"/>
                </a:cubicBezTo>
                <a:cubicBezTo>
                  <a:pt x="745652" y="199505"/>
                  <a:pt x="760615" y="214468"/>
                  <a:pt x="778071" y="214468"/>
                </a:cubicBezTo>
                <a:cubicBezTo>
                  <a:pt x="795528" y="214468"/>
                  <a:pt x="810491" y="199505"/>
                  <a:pt x="810491" y="182048"/>
                </a:cubicBezTo>
                <a:cubicBezTo>
                  <a:pt x="810491" y="164592"/>
                  <a:pt x="795528" y="149629"/>
                  <a:pt x="778071" y="149629"/>
                </a:cubicBezTo>
                <a:close/>
                <a:moveTo>
                  <a:pt x="926453" y="149629"/>
                </a:moveTo>
                <a:cubicBezTo>
                  <a:pt x="908997" y="149629"/>
                  <a:pt x="894034" y="164592"/>
                  <a:pt x="894034" y="182048"/>
                </a:cubicBezTo>
                <a:cubicBezTo>
                  <a:pt x="894034" y="199505"/>
                  <a:pt x="908997" y="214468"/>
                  <a:pt x="926453" y="214468"/>
                </a:cubicBezTo>
                <a:cubicBezTo>
                  <a:pt x="943910" y="214468"/>
                  <a:pt x="958873" y="199505"/>
                  <a:pt x="958873" y="182048"/>
                </a:cubicBezTo>
                <a:cubicBezTo>
                  <a:pt x="958873" y="164592"/>
                  <a:pt x="943910" y="149629"/>
                  <a:pt x="926453" y="149629"/>
                </a:cubicBezTo>
                <a:close/>
                <a:moveTo>
                  <a:pt x="1076082" y="149629"/>
                </a:moveTo>
                <a:cubicBezTo>
                  <a:pt x="1058626" y="149629"/>
                  <a:pt x="1043663" y="164592"/>
                  <a:pt x="1043663" y="182048"/>
                </a:cubicBezTo>
                <a:cubicBezTo>
                  <a:pt x="1043663" y="199505"/>
                  <a:pt x="1058626" y="214468"/>
                  <a:pt x="1076082" y="214468"/>
                </a:cubicBezTo>
                <a:cubicBezTo>
                  <a:pt x="1093539" y="214468"/>
                  <a:pt x="1108503" y="199505"/>
                  <a:pt x="1108503" y="182048"/>
                </a:cubicBezTo>
                <a:cubicBezTo>
                  <a:pt x="1108503" y="164592"/>
                  <a:pt x="1093539" y="149629"/>
                  <a:pt x="1076082" y="149629"/>
                </a:cubicBezTo>
                <a:close/>
                <a:moveTo>
                  <a:pt x="32420" y="299258"/>
                </a:moveTo>
                <a:cubicBezTo>
                  <a:pt x="14963" y="299258"/>
                  <a:pt x="0" y="314221"/>
                  <a:pt x="0" y="331678"/>
                </a:cubicBezTo>
                <a:cubicBezTo>
                  <a:pt x="0" y="349135"/>
                  <a:pt x="14963" y="364097"/>
                  <a:pt x="32420" y="364097"/>
                </a:cubicBezTo>
                <a:cubicBezTo>
                  <a:pt x="49876" y="364097"/>
                  <a:pt x="64839" y="349135"/>
                  <a:pt x="64839" y="331678"/>
                </a:cubicBezTo>
                <a:cubicBezTo>
                  <a:pt x="64839" y="314221"/>
                  <a:pt x="49876" y="299258"/>
                  <a:pt x="32420" y="299258"/>
                </a:cubicBezTo>
                <a:close/>
                <a:moveTo>
                  <a:pt x="180802" y="299258"/>
                </a:moveTo>
                <a:cubicBezTo>
                  <a:pt x="163345" y="299258"/>
                  <a:pt x="148382" y="314221"/>
                  <a:pt x="148382" y="331678"/>
                </a:cubicBezTo>
                <a:cubicBezTo>
                  <a:pt x="148382" y="349135"/>
                  <a:pt x="163345" y="364097"/>
                  <a:pt x="180802" y="364097"/>
                </a:cubicBezTo>
                <a:cubicBezTo>
                  <a:pt x="198258" y="364097"/>
                  <a:pt x="213222" y="349135"/>
                  <a:pt x="213222" y="331678"/>
                </a:cubicBezTo>
                <a:cubicBezTo>
                  <a:pt x="213222" y="314221"/>
                  <a:pt x="199505" y="299258"/>
                  <a:pt x="180802" y="299258"/>
                </a:cubicBezTo>
                <a:close/>
                <a:moveTo>
                  <a:pt x="330431" y="299258"/>
                </a:moveTo>
                <a:cubicBezTo>
                  <a:pt x="312974" y="299258"/>
                  <a:pt x="298011" y="314221"/>
                  <a:pt x="298011" y="331678"/>
                </a:cubicBezTo>
                <a:cubicBezTo>
                  <a:pt x="298011" y="349135"/>
                  <a:pt x="312974" y="364097"/>
                  <a:pt x="330431" y="364097"/>
                </a:cubicBezTo>
                <a:cubicBezTo>
                  <a:pt x="347888" y="364097"/>
                  <a:pt x="362851" y="349135"/>
                  <a:pt x="362851" y="331678"/>
                </a:cubicBezTo>
                <a:cubicBezTo>
                  <a:pt x="362851" y="314221"/>
                  <a:pt x="347888" y="299258"/>
                  <a:pt x="330431" y="299258"/>
                </a:cubicBezTo>
                <a:close/>
                <a:moveTo>
                  <a:pt x="480060" y="299258"/>
                </a:moveTo>
                <a:cubicBezTo>
                  <a:pt x="462603" y="299258"/>
                  <a:pt x="447640" y="314221"/>
                  <a:pt x="447640" y="331678"/>
                </a:cubicBezTo>
                <a:cubicBezTo>
                  <a:pt x="447640" y="349135"/>
                  <a:pt x="462603" y="364097"/>
                  <a:pt x="480060" y="364097"/>
                </a:cubicBezTo>
                <a:cubicBezTo>
                  <a:pt x="497517" y="364097"/>
                  <a:pt x="512480" y="349135"/>
                  <a:pt x="512480" y="331678"/>
                </a:cubicBezTo>
                <a:cubicBezTo>
                  <a:pt x="512480" y="314221"/>
                  <a:pt x="497517" y="299258"/>
                  <a:pt x="480060" y="299258"/>
                </a:cubicBezTo>
                <a:close/>
                <a:moveTo>
                  <a:pt x="628442" y="299258"/>
                </a:moveTo>
                <a:cubicBezTo>
                  <a:pt x="610985" y="299258"/>
                  <a:pt x="596022" y="314221"/>
                  <a:pt x="596022" y="331678"/>
                </a:cubicBezTo>
                <a:cubicBezTo>
                  <a:pt x="596022" y="349135"/>
                  <a:pt x="610985" y="364097"/>
                  <a:pt x="628442" y="364097"/>
                </a:cubicBezTo>
                <a:cubicBezTo>
                  <a:pt x="645899" y="364097"/>
                  <a:pt x="660862" y="349135"/>
                  <a:pt x="660862" y="331678"/>
                </a:cubicBezTo>
                <a:cubicBezTo>
                  <a:pt x="660862" y="314221"/>
                  <a:pt x="645899" y="299258"/>
                  <a:pt x="628442" y="299258"/>
                </a:cubicBezTo>
                <a:close/>
                <a:moveTo>
                  <a:pt x="778071" y="299258"/>
                </a:moveTo>
                <a:cubicBezTo>
                  <a:pt x="760615" y="299258"/>
                  <a:pt x="745652" y="314221"/>
                  <a:pt x="745652" y="331678"/>
                </a:cubicBezTo>
                <a:cubicBezTo>
                  <a:pt x="745652" y="349135"/>
                  <a:pt x="760615" y="364097"/>
                  <a:pt x="778071" y="364097"/>
                </a:cubicBezTo>
                <a:cubicBezTo>
                  <a:pt x="795528" y="364097"/>
                  <a:pt x="810491" y="349135"/>
                  <a:pt x="810491" y="331678"/>
                </a:cubicBezTo>
                <a:cubicBezTo>
                  <a:pt x="810491" y="314221"/>
                  <a:pt x="795528" y="299258"/>
                  <a:pt x="778071" y="299258"/>
                </a:cubicBezTo>
                <a:close/>
                <a:moveTo>
                  <a:pt x="926453" y="299258"/>
                </a:moveTo>
                <a:cubicBezTo>
                  <a:pt x="908997" y="299258"/>
                  <a:pt x="894034" y="314221"/>
                  <a:pt x="894034" y="331678"/>
                </a:cubicBezTo>
                <a:cubicBezTo>
                  <a:pt x="894034" y="349135"/>
                  <a:pt x="908997" y="364097"/>
                  <a:pt x="926453" y="364097"/>
                </a:cubicBezTo>
                <a:cubicBezTo>
                  <a:pt x="943910" y="364097"/>
                  <a:pt x="958873" y="349135"/>
                  <a:pt x="958873" y="331678"/>
                </a:cubicBezTo>
                <a:cubicBezTo>
                  <a:pt x="958873" y="314221"/>
                  <a:pt x="943910" y="299258"/>
                  <a:pt x="926453" y="299258"/>
                </a:cubicBezTo>
                <a:close/>
                <a:moveTo>
                  <a:pt x="1076082" y="299258"/>
                </a:moveTo>
                <a:cubicBezTo>
                  <a:pt x="1058626" y="299258"/>
                  <a:pt x="1043663" y="314221"/>
                  <a:pt x="1043663" y="331678"/>
                </a:cubicBezTo>
                <a:cubicBezTo>
                  <a:pt x="1043663" y="349135"/>
                  <a:pt x="1058626" y="364097"/>
                  <a:pt x="1076082" y="364097"/>
                </a:cubicBezTo>
                <a:cubicBezTo>
                  <a:pt x="1093539" y="364097"/>
                  <a:pt x="1108503" y="349135"/>
                  <a:pt x="1108503" y="331678"/>
                </a:cubicBezTo>
                <a:cubicBezTo>
                  <a:pt x="1108503" y="314221"/>
                  <a:pt x="1093539" y="299258"/>
                  <a:pt x="1076082" y="299258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0"/>
          </a:gradFill>
          <a:ln w="12468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A3CF9C00-BAFA-3579-81A1-26E57C37A425}"/>
              </a:ext>
            </a:extLst>
          </p:cNvPr>
          <p:cNvSpPr txBox="1"/>
          <p:nvPr/>
        </p:nvSpPr>
        <p:spPr>
          <a:xfrm flipH="1">
            <a:off x="9995058" y="5639841"/>
            <a:ext cx="1672266" cy="549270"/>
          </a:xfrm>
          <a:custGeom>
            <a:avLst/>
            <a:gdLst>
              <a:gd name="connsiteX0" fmla="*/ 64839 w 1108502"/>
              <a:gd name="connsiteY0" fmla="*/ 32419 h 364097"/>
              <a:gd name="connsiteX1" fmla="*/ 32420 w 1108502"/>
              <a:gd name="connsiteY1" fmla="*/ 64839 h 364097"/>
              <a:gd name="connsiteX2" fmla="*/ 0 w 1108502"/>
              <a:gd name="connsiteY2" fmla="*/ 32419 h 364097"/>
              <a:gd name="connsiteX3" fmla="*/ 32420 w 1108502"/>
              <a:gd name="connsiteY3" fmla="*/ 0 h 364097"/>
              <a:gd name="connsiteX4" fmla="*/ 64839 w 1108502"/>
              <a:gd name="connsiteY4" fmla="*/ 32419 h 364097"/>
              <a:gd name="connsiteX5" fmla="*/ 180802 w 1108502"/>
              <a:gd name="connsiteY5" fmla="*/ 1247 h 364097"/>
              <a:gd name="connsiteX6" fmla="*/ 148382 w 1108502"/>
              <a:gd name="connsiteY6" fmla="*/ 33666 h 364097"/>
              <a:gd name="connsiteX7" fmla="*/ 180802 w 1108502"/>
              <a:gd name="connsiteY7" fmla="*/ 66086 h 364097"/>
              <a:gd name="connsiteX8" fmla="*/ 213222 w 1108502"/>
              <a:gd name="connsiteY8" fmla="*/ 33666 h 364097"/>
              <a:gd name="connsiteX9" fmla="*/ 180802 w 1108502"/>
              <a:gd name="connsiteY9" fmla="*/ 1247 h 364097"/>
              <a:gd name="connsiteX10" fmla="*/ 64839 w 1108502"/>
              <a:gd name="connsiteY10" fmla="*/ 182048 h 364097"/>
              <a:gd name="connsiteX11" fmla="*/ 32420 w 1108502"/>
              <a:gd name="connsiteY11" fmla="*/ 149629 h 364097"/>
              <a:gd name="connsiteX12" fmla="*/ 0 w 1108502"/>
              <a:gd name="connsiteY12" fmla="*/ 182048 h 364097"/>
              <a:gd name="connsiteX13" fmla="*/ 32420 w 1108502"/>
              <a:gd name="connsiteY13" fmla="*/ 214468 h 364097"/>
              <a:gd name="connsiteX14" fmla="*/ 64839 w 1108502"/>
              <a:gd name="connsiteY14" fmla="*/ 182048 h 364097"/>
              <a:gd name="connsiteX15" fmla="*/ 330431 w 1108502"/>
              <a:gd name="connsiteY15" fmla="*/ 1247 h 364097"/>
              <a:gd name="connsiteX16" fmla="*/ 298011 w 1108502"/>
              <a:gd name="connsiteY16" fmla="*/ 33666 h 364097"/>
              <a:gd name="connsiteX17" fmla="*/ 330431 w 1108502"/>
              <a:gd name="connsiteY17" fmla="*/ 66086 h 364097"/>
              <a:gd name="connsiteX18" fmla="*/ 362851 w 1108502"/>
              <a:gd name="connsiteY18" fmla="*/ 33666 h 364097"/>
              <a:gd name="connsiteX19" fmla="*/ 330431 w 1108502"/>
              <a:gd name="connsiteY19" fmla="*/ 1247 h 364097"/>
              <a:gd name="connsiteX20" fmla="*/ 480060 w 1108502"/>
              <a:gd name="connsiteY20" fmla="*/ 1247 h 364097"/>
              <a:gd name="connsiteX21" fmla="*/ 447640 w 1108502"/>
              <a:gd name="connsiteY21" fmla="*/ 33666 h 364097"/>
              <a:gd name="connsiteX22" fmla="*/ 480060 w 1108502"/>
              <a:gd name="connsiteY22" fmla="*/ 66086 h 364097"/>
              <a:gd name="connsiteX23" fmla="*/ 512480 w 1108502"/>
              <a:gd name="connsiteY23" fmla="*/ 33666 h 364097"/>
              <a:gd name="connsiteX24" fmla="*/ 480060 w 1108502"/>
              <a:gd name="connsiteY24" fmla="*/ 1247 h 364097"/>
              <a:gd name="connsiteX25" fmla="*/ 628442 w 1108502"/>
              <a:gd name="connsiteY25" fmla="*/ 1247 h 364097"/>
              <a:gd name="connsiteX26" fmla="*/ 596022 w 1108502"/>
              <a:gd name="connsiteY26" fmla="*/ 33666 h 364097"/>
              <a:gd name="connsiteX27" fmla="*/ 628442 w 1108502"/>
              <a:gd name="connsiteY27" fmla="*/ 66086 h 364097"/>
              <a:gd name="connsiteX28" fmla="*/ 660862 w 1108502"/>
              <a:gd name="connsiteY28" fmla="*/ 33666 h 364097"/>
              <a:gd name="connsiteX29" fmla="*/ 628442 w 1108502"/>
              <a:gd name="connsiteY29" fmla="*/ 1247 h 364097"/>
              <a:gd name="connsiteX30" fmla="*/ 778071 w 1108502"/>
              <a:gd name="connsiteY30" fmla="*/ 1247 h 364097"/>
              <a:gd name="connsiteX31" fmla="*/ 745652 w 1108502"/>
              <a:gd name="connsiteY31" fmla="*/ 33666 h 364097"/>
              <a:gd name="connsiteX32" fmla="*/ 778071 w 1108502"/>
              <a:gd name="connsiteY32" fmla="*/ 66086 h 364097"/>
              <a:gd name="connsiteX33" fmla="*/ 810491 w 1108502"/>
              <a:gd name="connsiteY33" fmla="*/ 33666 h 364097"/>
              <a:gd name="connsiteX34" fmla="*/ 778071 w 1108502"/>
              <a:gd name="connsiteY34" fmla="*/ 1247 h 364097"/>
              <a:gd name="connsiteX35" fmla="*/ 926453 w 1108502"/>
              <a:gd name="connsiteY35" fmla="*/ 1247 h 364097"/>
              <a:gd name="connsiteX36" fmla="*/ 894034 w 1108502"/>
              <a:gd name="connsiteY36" fmla="*/ 33666 h 364097"/>
              <a:gd name="connsiteX37" fmla="*/ 926453 w 1108502"/>
              <a:gd name="connsiteY37" fmla="*/ 66086 h 364097"/>
              <a:gd name="connsiteX38" fmla="*/ 958873 w 1108502"/>
              <a:gd name="connsiteY38" fmla="*/ 33666 h 364097"/>
              <a:gd name="connsiteX39" fmla="*/ 926453 w 1108502"/>
              <a:gd name="connsiteY39" fmla="*/ 1247 h 364097"/>
              <a:gd name="connsiteX40" fmla="*/ 1076082 w 1108502"/>
              <a:gd name="connsiteY40" fmla="*/ 1247 h 364097"/>
              <a:gd name="connsiteX41" fmla="*/ 1043663 w 1108502"/>
              <a:gd name="connsiteY41" fmla="*/ 33666 h 364097"/>
              <a:gd name="connsiteX42" fmla="*/ 1076082 w 1108502"/>
              <a:gd name="connsiteY42" fmla="*/ 66086 h 364097"/>
              <a:gd name="connsiteX43" fmla="*/ 1108503 w 1108502"/>
              <a:gd name="connsiteY43" fmla="*/ 33666 h 364097"/>
              <a:gd name="connsiteX44" fmla="*/ 1076082 w 1108502"/>
              <a:gd name="connsiteY44" fmla="*/ 1247 h 364097"/>
              <a:gd name="connsiteX45" fmla="*/ 180802 w 1108502"/>
              <a:gd name="connsiteY45" fmla="*/ 149629 h 364097"/>
              <a:gd name="connsiteX46" fmla="*/ 148382 w 1108502"/>
              <a:gd name="connsiteY46" fmla="*/ 182048 h 364097"/>
              <a:gd name="connsiteX47" fmla="*/ 180802 w 1108502"/>
              <a:gd name="connsiteY47" fmla="*/ 214468 h 364097"/>
              <a:gd name="connsiteX48" fmla="*/ 213222 w 1108502"/>
              <a:gd name="connsiteY48" fmla="*/ 182048 h 364097"/>
              <a:gd name="connsiteX49" fmla="*/ 180802 w 1108502"/>
              <a:gd name="connsiteY49" fmla="*/ 149629 h 364097"/>
              <a:gd name="connsiteX50" fmla="*/ 330431 w 1108502"/>
              <a:gd name="connsiteY50" fmla="*/ 149629 h 364097"/>
              <a:gd name="connsiteX51" fmla="*/ 298011 w 1108502"/>
              <a:gd name="connsiteY51" fmla="*/ 182048 h 364097"/>
              <a:gd name="connsiteX52" fmla="*/ 330431 w 1108502"/>
              <a:gd name="connsiteY52" fmla="*/ 214468 h 364097"/>
              <a:gd name="connsiteX53" fmla="*/ 362851 w 1108502"/>
              <a:gd name="connsiteY53" fmla="*/ 182048 h 364097"/>
              <a:gd name="connsiteX54" fmla="*/ 330431 w 1108502"/>
              <a:gd name="connsiteY54" fmla="*/ 149629 h 364097"/>
              <a:gd name="connsiteX55" fmla="*/ 480060 w 1108502"/>
              <a:gd name="connsiteY55" fmla="*/ 149629 h 364097"/>
              <a:gd name="connsiteX56" fmla="*/ 447640 w 1108502"/>
              <a:gd name="connsiteY56" fmla="*/ 182048 h 364097"/>
              <a:gd name="connsiteX57" fmla="*/ 480060 w 1108502"/>
              <a:gd name="connsiteY57" fmla="*/ 214468 h 364097"/>
              <a:gd name="connsiteX58" fmla="*/ 512480 w 1108502"/>
              <a:gd name="connsiteY58" fmla="*/ 182048 h 364097"/>
              <a:gd name="connsiteX59" fmla="*/ 480060 w 1108502"/>
              <a:gd name="connsiteY59" fmla="*/ 149629 h 364097"/>
              <a:gd name="connsiteX60" fmla="*/ 628442 w 1108502"/>
              <a:gd name="connsiteY60" fmla="*/ 149629 h 364097"/>
              <a:gd name="connsiteX61" fmla="*/ 596022 w 1108502"/>
              <a:gd name="connsiteY61" fmla="*/ 182048 h 364097"/>
              <a:gd name="connsiteX62" fmla="*/ 628442 w 1108502"/>
              <a:gd name="connsiteY62" fmla="*/ 214468 h 364097"/>
              <a:gd name="connsiteX63" fmla="*/ 660862 w 1108502"/>
              <a:gd name="connsiteY63" fmla="*/ 182048 h 364097"/>
              <a:gd name="connsiteX64" fmla="*/ 628442 w 1108502"/>
              <a:gd name="connsiteY64" fmla="*/ 149629 h 364097"/>
              <a:gd name="connsiteX65" fmla="*/ 778071 w 1108502"/>
              <a:gd name="connsiteY65" fmla="*/ 149629 h 364097"/>
              <a:gd name="connsiteX66" fmla="*/ 745652 w 1108502"/>
              <a:gd name="connsiteY66" fmla="*/ 182048 h 364097"/>
              <a:gd name="connsiteX67" fmla="*/ 778071 w 1108502"/>
              <a:gd name="connsiteY67" fmla="*/ 214468 h 364097"/>
              <a:gd name="connsiteX68" fmla="*/ 810491 w 1108502"/>
              <a:gd name="connsiteY68" fmla="*/ 182048 h 364097"/>
              <a:gd name="connsiteX69" fmla="*/ 778071 w 1108502"/>
              <a:gd name="connsiteY69" fmla="*/ 149629 h 364097"/>
              <a:gd name="connsiteX70" fmla="*/ 926453 w 1108502"/>
              <a:gd name="connsiteY70" fmla="*/ 149629 h 364097"/>
              <a:gd name="connsiteX71" fmla="*/ 894034 w 1108502"/>
              <a:gd name="connsiteY71" fmla="*/ 182048 h 364097"/>
              <a:gd name="connsiteX72" fmla="*/ 926453 w 1108502"/>
              <a:gd name="connsiteY72" fmla="*/ 214468 h 364097"/>
              <a:gd name="connsiteX73" fmla="*/ 958873 w 1108502"/>
              <a:gd name="connsiteY73" fmla="*/ 182048 h 364097"/>
              <a:gd name="connsiteX74" fmla="*/ 926453 w 1108502"/>
              <a:gd name="connsiteY74" fmla="*/ 149629 h 364097"/>
              <a:gd name="connsiteX75" fmla="*/ 1076082 w 1108502"/>
              <a:gd name="connsiteY75" fmla="*/ 149629 h 364097"/>
              <a:gd name="connsiteX76" fmla="*/ 1043663 w 1108502"/>
              <a:gd name="connsiteY76" fmla="*/ 182048 h 364097"/>
              <a:gd name="connsiteX77" fmla="*/ 1076082 w 1108502"/>
              <a:gd name="connsiteY77" fmla="*/ 214468 h 364097"/>
              <a:gd name="connsiteX78" fmla="*/ 1108503 w 1108502"/>
              <a:gd name="connsiteY78" fmla="*/ 182048 h 364097"/>
              <a:gd name="connsiteX79" fmla="*/ 1076082 w 1108502"/>
              <a:gd name="connsiteY79" fmla="*/ 149629 h 364097"/>
              <a:gd name="connsiteX80" fmla="*/ 32420 w 1108502"/>
              <a:gd name="connsiteY80" fmla="*/ 299258 h 364097"/>
              <a:gd name="connsiteX81" fmla="*/ 0 w 1108502"/>
              <a:gd name="connsiteY81" fmla="*/ 331678 h 364097"/>
              <a:gd name="connsiteX82" fmla="*/ 32420 w 1108502"/>
              <a:gd name="connsiteY82" fmla="*/ 364097 h 364097"/>
              <a:gd name="connsiteX83" fmla="*/ 64839 w 1108502"/>
              <a:gd name="connsiteY83" fmla="*/ 331678 h 364097"/>
              <a:gd name="connsiteX84" fmla="*/ 32420 w 1108502"/>
              <a:gd name="connsiteY84" fmla="*/ 299258 h 364097"/>
              <a:gd name="connsiteX85" fmla="*/ 180802 w 1108502"/>
              <a:gd name="connsiteY85" fmla="*/ 299258 h 364097"/>
              <a:gd name="connsiteX86" fmla="*/ 148382 w 1108502"/>
              <a:gd name="connsiteY86" fmla="*/ 331678 h 364097"/>
              <a:gd name="connsiteX87" fmla="*/ 180802 w 1108502"/>
              <a:gd name="connsiteY87" fmla="*/ 364097 h 364097"/>
              <a:gd name="connsiteX88" fmla="*/ 213222 w 1108502"/>
              <a:gd name="connsiteY88" fmla="*/ 331678 h 364097"/>
              <a:gd name="connsiteX89" fmla="*/ 180802 w 1108502"/>
              <a:gd name="connsiteY89" fmla="*/ 299258 h 364097"/>
              <a:gd name="connsiteX90" fmla="*/ 330431 w 1108502"/>
              <a:gd name="connsiteY90" fmla="*/ 299258 h 364097"/>
              <a:gd name="connsiteX91" fmla="*/ 298011 w 1108502"/>
              <a:gd name="connsiteY91" fmla="*/ 331678 h 364097"/>
              <a:gd name="connsiteX92" fmla="*/ 330431 w 1108502"/>
              <a:gd name="connsiteY92" fmla="*/ 364097 h 364097"/>
              <a:gd name="connsiteX93" fmla="*/ 362851 w 1108502"/>
              <a:gd name="connsiteY93" fmla="*/ 331678 h 364097"/>
              <a:gd name="connsiteX94" fmla="*/ 330431 w 1108502"/>
              <a:gd name="connsiteY94" fmla="*/ 299258 h 364097"/>
              <a:gd name="connsiteX95" fmla="*/ 480060 w 1108502"/>
              <a:gd name="connsiteY95" fmla="*/ 299258 h 364097"/>
              <a:gd name="connsiteX96" fmla="*/ 447640 w 1108502"/>
              <a:gd name="connsiteY96" fmla="*/ 331678 h 364097"/>
              <a:gd name="connsiteX97" fmla="*/ 480060 w 1108502"/>
              <a:gd name="connsiteY97" fmla="*/ 364097 h 364097"/>
              <a:gd name="connsiteX98" fmla="*/ 512480 w 1108502"/>
              <a:gd name="connsiteY98" fmla="*/ 331678 h 364097"/>
              <a:gd name="connsiteX99" fmla="*/ 480060 w 1108502"/>
              <a:gd name="connsiteY99" fmla="*/ 299258 h 364097"/>
              <a:gd name="connsiteX100" fmla="*/ 628442 w 1108502"/>
              <a:gd name="connsiteY100" fmla="*/ 299258 h 364097"/>
              <a:gd name="connsiteX101" fmla="*/ 596022 w 1108502"/>
              <a:gd name="connsiteY101" fmla="*/ 331678 h 364097"/>
              <a:gd name="connsiteX102" fmla="*/ 628442 w 1108502"/>
              <a:gd name="connsiteY102" fmla="*/ 364097 h 364097"/>
              <a:gd name="connsiteX103" fmla="*/ 660862 w 1108502"/>
              <a:gd name="connsiteY103" fmla="*/ 331678 h 364097"/>
              <a:gd name="connsiteX104" fmla="*/ 628442 w 1108502"/>
              <a:gd name="connsiteY104" fmla="*/ 299258 h 364097"/>
              <a:gd name="connsiteX105" fmla="*/ 778071 w 1108502"/>
              <a:gd name="connsiteY105" fmla="*/ 299258 h 364097"/>
              <a:gd name="connsiteX106" fmla="*/ 745652 w 1108502"/>
              <a:gd name="connsiteY106" fmla="*/ 331678 h 364097"/>
              <a:gd name="connsiteX107" fmla="*/ 778071 w 1108502"/>
              <a:gd name="connsiteY107" fmla="*/ 364097 h 364097"/>
              <a:gd name="connsiteX108" fmla="*/ 810491 w 1108502"/>
              <a:gd name="connsiteY108" fmla="*/ 331678 h 364097"/>
              <a:gd name="connsiteX109" fmla="*/ 778071 w 1108502"/>
              <a:gd name="connsiteY109" fmla="*/ 299258 h 364097"/>
              <a:gd name="connsiteX110" fmla="*/ 926453 w 1108502"/>
              <a:gd name="connsiteY110" fmla="*/ 299258 h 364097"/>
              <a:gd name="connsiteX111" fmla="*/ 894034 w 1108502"/>
              <a:gd name="connsiteY111" fmla="*/ 331678 h 364097"/>
              <a:gd name="connsiteX112" fmla="*/ 926453 w 1108502"/>
              <a:gd name="connsiteY112" fmla="*/ 364097 h 364097"/>
              <a:gd name="connsiteX113" fmla="*/ 958873 w 1108502"/>
              <a:gd name="connsiteY113" fmla="*/ 331678 h 364097"/>
              <a:gd name="connsiteX114" fmla="*/ 926453 w 1108502"/>
              <a:gd name="connsiteY114" fmla="*/ 299258 h 364097"/>
              <a:gd name="connsiteX115" fmla="*/ 1076082 w 1108502"/>
              <a:gd name="connsiteY115" fmla="*/ 299258 h 364097"/>
              <a:gd name="connsiteX116" fmla="*/ 1043663 w 1108502"/>
              <a:gd name="connsiteY116" fmla="*/ 331678 h 364097"/>
              <a:gd name="connsiteX117" fmla="*/ 1076082 w 1108502"/>
              <a:gd name="connsiteY117" fmla="*/ 364097 h 364097"/>
              <a:gd name="connsiteX118" fmla="*/ 1108503 w 1108502"/>
              <a:gd name="connsiteY118" fmla="*/ 331678 h 364097"/>
              <a:gd name="connsiteX119" fmla="*/ 1076082 w 1108502"/>
              <a:gd name="connsiteY119" fmla="*/ 299258 h 364097"/>
            </a:gdLst>
            <a:ahLst/>
            <a:cxnLst/>
            <a:rect l="l" t="t" r="r" b="b"/>
            <a:pathLst>
              <a:path w="1108502" h="364097">
                <a:moveTo>
                  <a:pt x="64839" y="32419"/>
                </a:moveTo>
                <a:cubicBezTo>
                  <a:pt x="64839" y="49876"/>
                  <a:pt x="49876" y="64839"/>
                  <a:pt x="32420" y="64839"/>
                </a:cubicBezTo>
                <a:cubicBezTo>
                  <a:pt x="14963" y="64839"/>
                  <a:pt x="0" y="49876"/>
                  <a:pt x="0" y="32419"/>
                </a:cubicBezTo>
                <a:cubicBezTo>
                  <a:pt x="0" y="14963"/>
                  <a:pt x="14963" y="0"/>
                  <a:pt x="32420" y="0"/>
                </a:cubicBezTo>
                <a:cubicBezTo>
                  <a:pt x="49876" y="1247"/>
                  <a:pt x="64839" y="14963"/>
                  <a:pt x="64839" y="32419"/>
                </a:cubicBezTo>
                <a:close/>
                <a:moveTo>
                  <a:pt x="180802" y="1247"/>
                </a:moveTo>
                <a:cubicBezTo>
                  <a:pt x="163345" y="1247"/>
                  <a:pt x="148382" y="16210"/>
                  <a:pt x="148382" y="33666"/>
                </a:cubicBezTo>
                <a:cubicBezTo>
                  <a:pt x="148382" y="51123"/>
                  <a:pt x="163345" y="66086"/>
                  <a:pt x="180802" y="66086"/>
                </a:cubicBezTo>
                <a:cubicBezTo>
                  <a:pt x="198258" y="66086"/>
                  <a:pt x="213222" y="51123"/>
                  <a:pt x="213222" y="33666"/>
                </a:cubicBezTo>
                <a:cubicBezTo>
                  <a:pt x="213222" y="14963"/>
                  <a:pt x="199505" y="1247"/>
                  <a:pt x="180802" y="1247"/>
                </a:cubicBezTo>
                <a:close/>
                <a:moveTo>
                  <a:pt x="64839" y="182048"/>
                </a:moveTo>
                <a:cubicBezTo>
                  <a:pt x="64839" y="164592"/>
                  <a:pt x="49876" y="149629"/>
                  <a:pt x="32420" y="149629"/>
                </a:cubicBezTo>
                <a:cubicBezTo>
                  <a:pt x="14963" y="149629"/>
                  <a:pt x="0" y="164592"/>
                  <a:pt x="0" y="182048"/>
                </a:cubicBezTo>
                <a:cubicBezTo>
                  <a:pt x="0" y="199505"/>
                  <a:pt x="14963" y="214468"/>
                  <a:pt x="32420" y="214468"/>
                </a:cubicBezTo>
                <a:cubicBezTo>
                  <a:pt x="49876" y="214468"/>
                  <a:pt x="64839" y="199505"/>
                  <a:pt x="64839" y="182048"/>
                </a:cubicBezTo>
                <a:close/>
                <a:moveTo>
                  <a:pt x="330431" y="1247"/>
                </a:moveTo>
                <a:cubicBezTo>
                  <a:pt x="312974" y="1247"/>
                  <a:pt x="298011" y="16210"/>
                  <a:pt x="298011" y="33666"/>
                </a:cubicBezTo>
                <a:cubicBezTo>
                  <a:pt x="298011" y="51123"/>
                  <a:pt x="312974" y="66086"/>
                  <a:pt x="330431" y="66086"/>
                </a:cubicBezTo>
                <a:cubicBezTo>
                  <a:pt x="347888" y="66086"/>
                  <a:pt x="362851" y="51123"/>
                  <a:pt x="362851" y="33666"/>
                </a:cubicBezTo>
                <a:cubicBezTo>
                  <a:pt x="362851" y="14963"/>
                  <a:pt x="347888" y="1247"/>
                  <a:pt x="330431" y="1247"/>
                </a:cubicBezTo>
                <a:close/>
                <a:moveTo>
                  <a:pt x="480060" y="1247"/>
                </a:moveTo>
                <a:cubicBezTo>
                  <a:pt x="462603" y="1247"/>
                  <a:pt x="447640" y="16210"/>
                  <a:pt x="447640" y="33666"/>
                </a:cubicBezTo>
                <a:cubicBezTo>
                  <a:pt x="447640" y="51123"/>
                  <a:pt x="462603" y="66086"/>
                  <a:pt x="480060" y="66086"/>
                </a:cubicBezTo>
                <a:cubicBezTo>
                  <a:pt x="497517" y="66086"/>
                  <a:pt x="512480" y="51123"/>
                  <a:pt x="512480" y="33666"/>
                </a:cubicBezTo>
                <a:cubicBezTo>
                  <a:pt x="511233" y="14963"/>
                  <a:pt x="497517" y="1247"/>
                  <a:pt x="480060" y="1247"/>
                </a:cubicBezTo>
                <a:close/>
                <a:moveTo>
                  <a:pt x="628442" y="1247"/>
                </a:moveTo>
                <a:cubicBezTo>
                  <a:pt x="610985" y="1247"/>
                  <a:pt x="596022" y="16210"/>
                  <a:pt x="596022" y="33666"/>
                </a:cubicBezTo>
                <a:cubicBezTo>
                  <a:pt x="596022" y="51123"/>
                  <a:pt x="610985" y="66086"/>
                  <a:pt x="628442" y="66086"/>
                </a:cubicBezTo>
                <a:cubicBezTo>
                  <a:pt x="645899" y="66086"/>
                  <a:pt x="660862" y="51123"/>
                  <a:pt x="660862" y="33666"/>
                </a:cubicBezTo>
                <a:cubicBezTo>
                  <a:pt x="660862" y="14963"/>
                  <a:pt x="645899" y="1247"/>
                  <a:pt x="628442" y="1247"/>
                </a:cubicBezTo>
                <a:close/>
                <a:moveTo>
                  <a:pt x="778071" y="1247"/>
                </a:moveTo>
                <a:cubicBezTo>
                  <a:pt x="760615" y="1247"/>
                  <a:pt x="745652" y="16210"/>
                  <a:pt x="745652" y="33666"/>
                </a:cubicBezTo>
                <a:cubicBezTo>
                  <a:pt x="745652" y="51123"/>
                  <a:pt x="760615" y="66086"/>
                  <a:pt x="778071" y="66086"/>
                </a:cubicBezTo>
                <a:cubicBezTo>
                  <a:pt x="795528" y="66086"/>
                  <a:pt x="810491" y="51123"/>
                  <a:pt x="810491" y="33666"/>
                </a:cubicBezTo>
                <a:cubicBezTo>
                  <a:pt x="809244" y="14963"/>
                  <a:pt x="795528" y="1247"/>
                  <a:pt x="778071" y="1247"/>
                </a:cubicBezTo>
                <a:close/>
                <a:moveTo>
                  <a:pt x="926453" y="1247"/>
                </a:moveTo>
                <a:cubicBezTo>
                  <a:pt x="908997" y="1247"/>
                  <a:pt x="894034" y="16210"/>
                  <a:pt x="894034" y="33666"/>
                </a:cubicBezTo>
                <a:cubicBezTo>
                  <a:pt x="894034" y="51123"/>
                  <a:pt x="908997" y="66086"/>
                  <a:pt x="926453" y="66086"/>
                </a:cubicBezTo>
                <a:cubicBezTo>
                  <a:pt x="943910" y="66086"/>
                  <a:pt x="958873" y="51123"/>
                  <a:pt x="958873" y="33666"/>
                </a:cubicBezTo>
                <a:cubicBezTo>
                  <a:pt x="958873" y="14963"/>
                  <a:pt x="943910" y="1247"/>
                  <a:pt x="926453" y="1247"/>
                </a:cubicBezTo>
                <a:close/>
                <a:moveTo>
                  <a:pt x="1076082" y="1247"/>
                </a:moveTo>
                <a:cubicBezTo>
                  <a:pt x="1058626" y="1247"/>
                  <a:pt x="1043663" y="16210"/>
                  <a:pt x="1043663" y="33666"/>
                </a:cubicBezTo>
                <a:cubicBezTo>
                  <a:pt x="1043663" y="51123"/>
                  <a:pt x="1058626" y="66086"/>
                  <a:pt x="1076082" y="66086"/>
                </a:cubicBezTo>
                <a:cubicBezTo>
                  <a:pt x="1093539" y="66086"/>
                  <a:pt x="1108503" y="51123"/>
                  <a:pt x="1108503" y="33666"/>
                </a:cubicBezTo>
                <a:cubicBezTo>
                  <a:pt x="1107255" y="14963"/>
                  <a:pt x="1093539" y="1247"/>
                  <a:pt x="1076082" y="1247"/>
                </a:cubicBezTo>
                <a:close/>
                <a:moveTo>
                  <a:pt x="180802" y="149629"/>
                </a:moveTo>
                <a:cubicBezTo>
                  <a:pt x="163345" y="149629"/>
                  <a:pt x="148382" y="164592"/>
                  <a:pt x="148382" y="182048"/>
                </a:cubicBezTo>
                <a:cubicBezTo>
                  <a:pt x="148382" y="199505"/>
                  <a:pt x="163345" y="214468"/>
                  <a:pt x="180802" y="214468"/>
                </a:cubicBezTo>
                <a:cubicBezTo>
                  <a:pt x="198258" y="214468"/>
                  <a:pt x="213222" y="199505"/>
                  <a:pt x="213222" y="182048"/>
                </a:cubicBezTo>
                <a:cubicBezTo>
                  <a:pt x="213222" y="164592"/>
                  <a:pt x="199505" y="149629"/>
                  <a:pt x="180802" y="149629"/>
                </a:cubicBezTo>
                <a:close/>
                <a:moveTo>
                  <a:pt x="330431" y="149629"/>
                </a:moveTo>
                <a:cubicBezTo>
                  <a:pt x="312974" y="149629"/>
                  <a:pt x="298011" y="164592"/>
                  <a:pt x="298011" y="182048"/>
                </a:cubicBezTo>
                <a:cubicBezTo>
                  <a:pt x="298011" y="199505"/>
                  <a:pt x="312974" y="214468"/>
                  <a:pt x="330431" y="214468"/>
                </a:cubicBezTo>
                <a:cubicBezTo>
                  <a:pt x="347888" y="214468"/>
                  <a:pt x="362851" y="199505"/>
                  <a:pt x="362851" y="182048"/>
                </a:cubicBezTo>
                <a:cubicBezTo>
                  <a:pt x="362851" y="164592"/>
                  <a:pt x="347888" y="149629"/>
                  <a:pt x="330431" y="149629"/>
                </a:cubicBezTo>
                <a:close/>
                <a:moveTo>
                  <a:pt x="480060" y="149629"/>
                </a:moveTo>
                <a:cubicBezTo>
                  <a:pt x="462603" y="149629"/>
                  <a:pt x="447640" y="164592"/>
                  <a:pt x="447640" y="182048"/>
                </a:cubicBezTo>
                <a:cubicBezTo>
                  <a:pt x="447640" y="199505"/>
                  <a:pt x="462603" y="214468"/>
                  <a:pt x="480060" y="214468"/>
                </a:cubicBezTo>
                <a:cubicBezTo>
                  <a:pt x="497517" y="214468"/>
                  <a:pt x="512480" y="199505"/>
                  <a:pt x="512480" y="182048"/>
                </a:cubicBezTo>
                <a:cubicBezTo>
                  <a:pt x="512480" y="164592"/>
                  <a:pt x="497517" y="149629"/>
                  <a:pt x="480060" y="149629"/>
                </a:cubicBezTo>
                <a:close/>
                <a:moveTo>
                  <a:pt x="628442" y="149629"/>
                </a:moveTo>
                <a:cubicBezTo>
                  <a:pt x="610985" y="149629"/>
                  <a:pt x="596022" y="164592"/>
                  <a:pt x="596022" y="182048"/>
                </a:cubicBezTo>
                <a:cubicBezTo>
                  <a:pt x="596022" y="199505"/>
                  <a:pt x="610985" y="214468"/>
                  <a:pt x="628442" y="214468"/>
                </a:cubicBezTo>
                <a:cubicBezTo>
                  <a:pt x="645899" y="214468"/>
                  <a:pt x="660862" y="199505"/>
                  <a:pt x="660862" y="182048"/>
                </a:cubicBezTo>
                <a:cubicBezTo>
                  <a:pt x="660862" y="164592"/>
                  <a:pt x="645899" y="149629"/>
                  <a:pt x="628442" y="149629"/>
                </a:cubicBezTo>
                <a:close/>
                <a:moveTo>
                  <a:pt x="778071" y="149629"/>
                </a:moveTo>
                <a:cubicBezTo>
                  <a:pt x="760615" y="149629"/>
                  <a:pt x="745652" y="164592"/>
                  <a:pt x="745652" y="182048"/>
                </a:cubicBezTo>
                <a:cubicBezTo>
                  <a:pt x="745652" y="199505"/>
                  <a:pt x="760615" y="214468"/>
                  <a:pt x="778071" y="214468"/>
                </a:cubicBezTo>
                <a:cubicBezTo>
                  <a:pt x="795528" y="214468"/>
                  <a:pt x="810491" y="199505"/>
                  <a:pt x="810491" y="182048"/>
                </a:cubicBezTo>
                <a:cubicBezTo>
                  <a:pt x="810491" y="164592"/>
                  <a:pt x="795528" y="149629"/>
                  <a:pt x="778071" y="149629"/>
                </a:cubicBezTo>
                <a:close/>
                <a:moveTo>
                  <a:pt x="926453" y="149629"/>
                </a:moveTo>
                <a:cubicBezTo>
                  <a:pt x="908997" y="149629"/>
                  <a:pt x="894034" y="164592"/>
                  <a:pt x="894034" y="182048"/>
                </a:cubicBezTo>
                <a:cubicBezTo>
                  <a:pt x="894034" y="199505"/>
                  <a:pt x="908997" y="214468"/>
                  <a:pt x="926453" y="214468"/>
                </a:cubicBezTo>
                <a:cubicBezTo>
                  <a:pt x="943910" y="214468"/>
                  <a:pt x="958873" y="199505"/>
                  <a:pt x="958873" y="182048"/>
                </a:cubicBezTo>
                <a:cubicBezTo>
                  <a:pt x="958873" y="164592"/>
                  <a:pt x="943910" y="149629"/>
                  <a:pt x="926453" y="149629"/>
                </a:cubicBezTo>
                <a:close/>
                <a:moveTo>
                  <a:pt x="1076082" y="149629"/>
                </a:moveTo>
                <a:cubicBezTo>
                  <a:pt x="1058626" y="149629"/>
                  <a:pt x="1043663" y="164592"/>
                  <a:pt x="1043663" y="182048"/>
                </a:cubicBezTo>
                <a:cubicBezTo>
                  <a:pt x="1043663" y="199505"/>
                  <a:pt x="1058626" y="214468"/>
                  <a:pt x="1076082" y="214468"/>
                </a:cubicBezTo>
                <a:cubicBezTo>
                  <a:pt x="1093539" y="214468"/>
                  <a:pt x="1108503" y="199505"/>
                  <a:pt x="1108503" y="182048"/>
                </a:cubicBezTo>
                <a:cubicBezTo>
                  <a:pt x="1108503" y="164592"/>
                  <a:pt x="1093539" y="149629"/>
                  <a:pt x="1076082" y="149629"/>
                </a:cubicBezTo>
                <a:close/>
                <a:moveTo>
                  <a:pt x="32420" y="299258"/>
                </a:moveTo>
                <a:cubicBezTo>
                  <a:pt x="14963" y="299258"/>
                  <a:pt x="0" y="314221"/>
                  <a:pt x="0" y="331678"/>
                </a:cubicBezTo>
                <a:cubicBezTo>
                  <a:pt x="0" y="349135"/>
                  <a:pt x="14963" y="364097"/>
                  <a:pt x="32420" y="364097"/>
                </a:cubicBezTo>
                <a:cubicBezTo>
                  <a:pt x="49876" y="364097"/>
                  <a:pt x="64839" y="349135"/>
                  <a:pt x="64839" y="331678"/>
                </a:cubicBezTo>
                <a:cubicBezTo>
                  <a:pt x="64839" y="314221"/>
                  <a:pt x="49876" y="299258"/>
                  <a:pt x="32420" y="299258"/>
                </a:cubicBezTo>
                <a:close/>
                <a:moveTo>
                  <a:pt x="180802" y="299258"/>
                </a:moveTo>
                <a:cubicBezTo>
                  <a:pt x="163345" y="299258"/>
                  <a:pt x="148382" y="314221"/>
                  <a:pt x="148382" y="331678"/>
                </a:cubicBezTo>
                <a:cubicBezTo>
                  <a:pt x="148382" y="349135"/>
                  <a:pt x="163345" y="364097"/>
                  <a:pt x="180802" y="364097"/>
                </a:cubicBezTo>
                <a:cubicBezTo>
                  <a:pt x="198258" y="364097"/>
                  <a:pt x="213222" y="349135"/>
                  <a:pt x="213222" y="331678"/>
                </a:cubicBezTo>
                <a:cubicBezTo>
                  <a:pt x="213222" y="314221"/>
                  <a:pt x="199505" y="299258"/>
                  <a:pt x="180802" y="299258"/>
                </a:cubicBezTo>
                <a:close/>
                <a:moveTo>
                  <a:pt x="330431" y="299258"/>
                </a:moveTo>
                <a:cubicBezTo>
                  <a:pt x="312974" y="299258"/>
                  <a:pt x="298011" y="314221"/>
                  <a:pt x="298011" y="331678"/>
                </a:cubicBezTo>
                <a:cubicBezTo>
                  <a:pt x="298011" y="349135"/>
                  <a:pt x="312974" y="364097"/>
                  <a:pt x="330431" y="364097"/>
                </a:cubicBezTo>
                <a:cubicBezTo>
                  <a:pt x="347888" y="364097"/>
                  <a:pt x="362851" y="349135"/>
                  <a:pt x="362851" y="331678"/>
                </a:cubicBezTo>
                <a:cubicBezTo>
                  <a:pt x="362851" y="314221"/>
                  <a:pt x="347888" y="299258"/>
                  <a:pt x="330431" y="299258"/>
                </a:cubicBezTo>
                <a:close/>
                <a:moveTo>
                  <a:pt x="480060" y="299258"/>
                </a:moveTo>
                <a:cubicBezTo>
                  <a:pt x="462603" y="299258"/>
                  <a:pt x="447640" y="314221"/>
                  <a:pt x="447640" y="331678"/>
                </a:cubicBezTo>
                <a:cubicBezTo>
                  <a:pt x="447640" y="349135"/>
                  <a:pt x="462603" y="364097"/>
                  <a:pt x="480060" y="364097"/>
                </a:cubicBezTo>
                <a:cubicBezTo>
                  <a:pt x="497517" y="364097"/>
                  <a:pt x="512480" y="349135"/>
                  <a:pt x="512480" y="331678"/>
                </a:cubicBezTo>
                <a:cubicBezTo>
                  <a:pt x="512480" y="314221"/>
                  <a:pt x="497517" y="299258"/>
                  <a:pt x="480060" y="299258"/>
                </a:cubicBezTo>
                <a:close/>
                <a:moveTo>
                  <a:pt x="628442" y="299258"/>
                </a:moveTo>
                <a:cubicBezTo>
                  <a:pt x="610985" y="299258"/>
                  <a:pt x="596022" y="314221"/>
                  <a:pt x="596022" y="331678"/>
                </a:cubicBezTo>
                <a:cubicBezTo>
                  <a:pt x="596022" y="349135"/>
                  <a:pt x="610985" y="364097"/>
                  <a:pt x="628442" y="364097"/>
                </a:cubicBezTo>
                <a:cubicBezTo>
                  <a:pt x="645899" y="364097"/>
                  <a:pt x="660862" y="349135"/>
                  <a:pt x="660862" y="331678"/>
                </a:cubicBezTo>
                <a:cubicBezTo>
                  <a:pt x="660862" y="314221"/>
                  <a:pt x="645899" y="299258"/>
                  <a:pt x="628442" y="299258"/>
                </a:cubicBezTo>
                <a:close/>
                <a:moveTo>
                  <a:pt x="778071" y="299258"/>
                </a:moveTo>
                <a:cubicBezTo>
                  <a:pt x="760615" y="299258"/>
                  <a:pt x="745652" y="314221"/>
                  <a:pt x="745652" y="331678"/>
                </a:cubicBezTo>
                <a:cubicBezTo>
                  <a:pt x="745652" y="349135"/>
                  <a:pt x="760615" y="364097"/>
                  <a:pt x="778071" y="364097"/>
                </a:cubicBezTo>
                <a:cubicBezTo>
                  <a:pt x="795528" y="364097"/>
                  <a:pt x="810491" y="349135"/>
                  <a:pt x="810491" y="331678"/>
                </a:cubicBezTo>
                <a:cubicBezTo>
                  <a:pt x="810491" y="314221"/>
                  <a:pt x="795528" y="299258"/>
                  <a:pt x="778071" y="299258"/>
                </a:cubicBezTo>
                <a:close/>
                <a:moveTo>
                  <a:pt x="926453" y="299258"/>
                </a:moveTo>
                <a:cubicBezTo>
                  <a:pt x="908997" y="299258"/>
                  <a:pt x="894034" y="314221"/>
                  <a:pt x="894034" y="331678"/>
                </a:cubicBezTo>
                <a:cubicBezTo>
                  <a:pt x="894034" y="349135"/>
                  <a:pt x="908997" y="364097"/>
                  <a:pt x="926453" y="364097"/>
                </a:cubicBezTo>
                <a:cubicBezTo>
                  <a:pt x="943910" y="364097"/>
                  <a:pt x="958873" y="349135"/>
                  <a:pt x="958873" y="331678"/>
                </a:cubicBezTo>
                <a:cubicBezTo>
                  <a:pt x="958873" y="314221"/>
                  <a:pt x="943910" y="299258"/>
                  <a:pt x="926453" y="299258"/>
                </a:cubicBezTo>
                <a:close/>
                <a:moveTo>
                  <a:pt x="1076082" y="299258"/>
                </a:moveTo>
                <a:cubicBezTo>
                  <a:pt x="1058626" y="299258"/>
                  <a:pt x="1043663" y="314221"/>
                  <a:pt x="1043663" y="331678"/>
                </a:cubicBezTo>
                <a:cubicBezTo>
                  <a:pt x="1043663" y="349135"/>
                  <a:pt x="1058626" y="364097"/>
                  <a:pt x="1076082" y="364097"/>
                </a:cubicBezTo>
                <a:cubicBezTo>
                  <a:pt x="1093539" y="364097"/>
                  <a:pt x="1108503" y="349135"/>
                  <a:pt x="1108503" y="331678"/>
                </a:cubicBezTo>
                <a:cubicBezTo>
                  <a:pt x="1108503" y="314221"/>
                  <a:pt x="1093539" y="299258"/>
                  <a:pt x="1076082" y="299258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0"/>
          </a:gradFill>
          <a:ln w="12468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5448B75F-C1A1-A0D8-D017-319143C25DDD}"/>
              </a:ext>
            </a:extLst>
          </p:cNvPr>
          <p:cNvSpPr txBox="1"/>
          <p:nvPr/>
        </p:nvSpPr>
        <p:spPr>
          <a:xfrm>
            <a:off x="2683263" y="3071176"/>
            <a:ext cx="7040627" cy="23239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理论基础与关键技术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B89EB3FC-DBE1-51D7-8B6B-C070D3223BFA}"/>
              </a:ext>
            </a:extLst>
          </p:cNvPr>
          <p:cNvSpPr txBox="1"/>
          <p:nvPr/>
        </p:nvSpPr>
        <p:spPr>
          <a:xfrm>
            <a:off x="5172981" y="-411079"/>
            <a:ext cx="2574696" cy="3482255"/>
          </a:xfrm>
          <a:prstGeom prst="rect">
            <a:avLst/>
          </a:prstGeom>
          <a:noFill/>
          <a:ln cap="sq">
            <a:noFill/>
          </a:ln>
          <a:effectLst>
            <a:outerShdw blurRad="457200" dist="127000" dir="5400000" sx="90000" sy="90000" rotWithShape="0">
              <a:srgbClr val="4E82EA">
                <a:alpha val="60000"/>
              </a:srgbClr>
            </a:outerShdw>
          </a:effectLst>
        </p:spPr>
        <p:txBody>
          <a:bodyPr vert="horz"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0" b="1" i="0" u="none" strike="noStrike" kern="1200" cap="none" spc="0" normalizeH="0" baseline="0" noProof="0">
                <a:ln w="12700">
                  <a:noFill/>
                </a:ln>
                <a:solidFill>
                  <a:srgbClr val="0F6FC6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/>
              </a:rPr>
              <a:t>02</a:t>
            </a: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24EE41FF-2560-E819-6670-770EC5DB28C4}"/>
              </a:ext>
            </a:extLst>
          </p:cNvPr>
          <p:cNvSpPr txBox="1"/>
          <p:nvPr/>
        </p:nvSpPr>
        <p:spPr>
          <a:xfrm>
            <a:off x="7066145" y="1645832"/>
            <a:ext cx="457402" cy="366121"/>
          </a:xfrm>
          <a:custGeom>
            <a:avLst/>
            <a:gdLst/>
            <a:ahLst/>
            <a:cxnLst/>
            <a:rect l="l" t="t" r="r" b="b"/>
            <a:pathLst>
              <a:path w="671826" h="537753">
                <a:moveTo>
                  <a:pt x="364331" y="0"/>
                </a:moveTo>
                <a:lnTo>
                  <a:pt x="671826" y="0"/>
                </a:lnTo>
                <a:lnTo>
                  <a:pt x="671826" y="244831"/>
                </a:lnTo>
                <a:cubicBezTo>
                  <a:pt x="668912" y="426510"/>
                  <a:pt x="566413" y="524151"/>
                  <a:pt x="364331" y="537753"/>
                </a:cubicBezTo>
                <a:lnTo>
                  <a:pt x="364331" y="409508"/>
                </a:lnTo>
                <a:cubicBezTo>
                  <a:pt x="410965" y="404651"/>
                  <a:pt x="446912" y="391535"/>
                  <a:pt x="472173" y="370161"/>
                </a:cubicBezTo>
                <a:cubicBezTo>
                  <a:pt x="494518" y="346843"/>
                  <a:pt x="505691" y="318183"/>
                  <a:pt x="505691" y="284178"/>
                </a:cubicBezTo>
                <a:lnTo>
                  <a:pt x="364331" y="284178"/>
                </a:lnTo>
                <a:close/>
                <a:moveTo>
                  <a:pt x="0" y="0"/>
                </a:moveTo>
                <a:lnTo>
                  <a:pt x="307495" y="0"/>
                </a:lnTo>
                <a:lnTo>
                  <a:pt x="307495" y="244831"/>
                </a:lnTo>
                <a:cubicBezTo>
                  <a:pt x="304580" y="426510"/>
                  <a:pt x="202082" y="524151"/>
                  <a:pt x="0" y="537753"/>
                </a:cubicBezTo>
                <a:lnTo>
                  <a:pt x="0" y="409508"/>
                </a:lnTo>
                <a:cubicBezTo>
                  <a:pt x="46634" y="404651"/>
                  <a:pt x="82581" y="391535"/>
                  <a:pt x="107842" y="370161"/>
                </a:cubicBezTo>
                <a:cubicBezTo>
                  <a:pt x="130187" y="346843"/>
                  <a:pt x="141360" y="318183"/>
                  <a:pt x="141360" y="284178"/>
                </a:cubicBezTo>
                <a:lnTo>
                  <a:pt x="0" y="284178"/>
                </a:lnTo>
                <a:close/>
              </a:path>
            </a:pathLst>
          </a:custGeom>
          <a:noFill/>
          <a:ln w="22225" cap="sq">
            <a:solidFill>
              <a:schemeClr val="accent1"/>
            </a:solidFill>
          </a:ln>
          <a:effectLst/>
        </p:spPr>
        <p:txBody>
          <a:bodyPr vert="horz" wrap="square" lIns="91440" tIns="45720" rIns="91440" bIns="4572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4" name="图片">
            <a:extLst>
              <a:ext uri="{FF2B5EF4-FFF2-40B4-BE49-F238E27FC236}">
                <a16:creationId xmlns:a16="http://schemas.microsoft.com/office/drawing/2014/main" id="{9C845E75-42DB-79DE-8BE4-750539A6D84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 rot="194103">
            <a:off x="-728641" y="3222174"/>
            <a:ext cx="4026774" cy="40267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5361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833C4-79D3-0502-A0BB-6D11BF8B7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A41965-5A67-B52E-27B6-BD0B34A3E213}"/>
              </a:ext>
            </a:extLst>
          </p:cNvPr>
          <p:cNvSpPr txBox="1"/>
          <p:nvPr/>
        </p:nvSpPr>
        <p:spPr>
          <a:xfrm>
            <a:off x="-18288" y="0"/>
            <a:ext cx="12228576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99000">
                <a:schemeClr val="accent1">
                  <a:lumMod val="20000"/>
                  <a:lumOff val="80000"/>
                </a:schemeClr>
              </a:gs>
            </a:gsLst>
            <a:lin ang="6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84530706-84A6-5F30-F562-511DF13504AB}"/>
              </a:ext>
            </a:extLst>
          </p:cNvPr>
          <p:cNvSpPr txBox="1"/>
          <p:nvPr/>
        </p:nvSpPr>
        <p:spPr>
          <a:xfrm>
            <a:off x="891414" y="6001930"/>
            <a:ext cx="10377568" cy="940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 cap="rnd">
            <a:noFill/>
            <a:round/>
          </a:ln>
          <a:effectLst>
            <a:outerShdw blurRad="76200" dist="50800" dir="5400000" algn="ctr" rotWithShape="0">
              <a:srgbClr val="CD9673">
                <a:alpha val="2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36113E85-7453-E418-4664-38E998293F0C}"/>
              </a:ext>
            </a:extLst>
          </p:cNvPr>
          <p:cNvSpPr txBox="1"/>
          <p:nvPr/>
        </p:nvSpPr>
        <p:spPr>
          <a:xfrm>
            <a:off x="579455" y="238458"/>
            <a:ext cx="10377569" cy="53641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lvl="0">
              <a:lnSpc>
                <a:spcPct val="130000"/>
              </a:lnSpc>
              <a:defRPr/>
            </a:pPr>
            <a:r>
              <a:rPr kumimoji="1" lang="zh-CN" altLang="en-US" sz="2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理论基础与关键技术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3DFD74E2-6176-F534-307C-71B7B2936B41}"/>
              </a:ext>
            </a:extLst>
          </p:cNvPr>
          <p:cNvSpPr txBox="1"/>
          <p:nvPr/>
        </p:nvSpPr>
        <p:spPr>
          <a:xfrm>
            <a:off x="0" y="419734"/>
            <a:ext cx="428561" cy="121453"/>
          </a:xfrm>
          <a:prstGeom prst="rect">
            <a:avLst/>
          </a:prstGeom>
          <a:solidFill>
            <a:schemeClr val="accent1"/>
          </a:solidFill>
          <a:ln w="25400" cap="sq">
            <a:solidFill>
              <a:schemeClr val="bg1"/>
            </a:solidFill>
            <a:miter/>
          </a:ln>
          <a:effectLst>
            <a:outerShdw blurRad="63500" algn="ctr" rotWithShape="0">
              <a:srgbClr val="000000">
                <a:alpha val="4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688CBF33-E12B-549A-F65F-E75380D9ADE8}"/>
              </a:ext>
            </a:extLst>
          </p:cNvPr>
          <p:cNvSpPr txBox="1"/>
          <p:nvPr/>
        </p:nvSpPr>
        <p:spPr>
          <a:xfrm rot="5400000">
            <a:off x="-145315" y="292497"/>
            <a:ext cx="719190" cy="134200"/>
          </a:xfrm>
          <a:prstGeom prst="rect">
            <a:avLst/>
          </a:prstGeom>
          <a:solidFill>
            <a:schemeClr val="accent1"/>
          </a:solidFill>
          <a:ln w="25400" cap="sq">
            <a:solidFill>
              <a:schemeClr val="bg1"/>
            </a:solidFill>
            <a:miter/>
          </a:ln>
          <a:effectLst>
            <a:outerShdw blurRad="63500" algn="ctr" rotWithShape="0">
              <a:srgbClr val="000000">
                <a:alpha val="4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7CD7229C-19F6-8852-C7FC-76B5B9C911E2}"/>
              </a:ext>
            </a:extLst>
          </p:cNvPr>
          <p:cNvSpPr txBox="1"/>
          <p:nvPr/>
        </p:nvSpPr>
        <p:spPr>
          <a:xfrm>
            <a:off x="891414" y="1047100"/>
            <a:ext cx="5007362" cy="5364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 cap="rnd">
            <a:noFill/>
            <a:round/>
          </a:ln>
          <a:effectLst>
            <a:outerShdw blurRad="76200" dist="50800" dir="5400000" algn="ctr" rotWithShape="0">
              <a:srgbClr val="CD9673">
                <a:alpha val="2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DDC42E1-9AAF-341B-2F2D-CA06309860D8}"/>
              </a:ext>
            </a:extLst>
          </p:cNvPr>
          <p:cNvSpPr txBox="1"/>
          <p:nvPr/>
        </p:nvSpPr>
        <p:spPr>
          <a:xfrm>
            <a:off x="1503579" y="1133638"/>
            <a:ext cx="3776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kumimoji="1" lang="zh-CN" altLang="en-US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情感分析与不确定性建模任务概述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21FCCFC-52F2-0ACB-08EC-445D1C42B8B9}"/>
              </a:ext>
            </a:extLst>
          </p:cNvPr>
          <p:cNvSpPr txBox="1"/>
          <p:nvPr/>
        </p:nvSpPr>
        <p:spPr>
          <a:xfrm>
            <a:off x="891413" y="1699022"/>
            <a:ext cx="472945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情感分析（Sentiment Analysis）：</a:t>
            </a:r>
            <a:endParaRPr lang="en-US" altLang="zh-CN" sz="20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自动识别文本中的主观情感倾向，常见分类为正面、负面、中性。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典型任务： </a:t>
            </a:r>
            <a:endParaRPr lang="en-US" altLang="zh-CN" sz="20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情感极性分类：判断整体情绪态度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情感元素提取：挖掘情感关键词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细粒度分析：分析具体属性的情感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传统方法（如情感词典、SVM等）难以应对“还行”“一般般”等模糊表达。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需要引入“不确定性建模”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，提升系统在实际场景中的可靠性与解释性。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C2D859C4-5552-FB52-D3F2-DA536D7B760F}"/>
              </a:ext>
            </a:extLst>
          </p:cNvPr>
          <p:cNvSpPr txBox="1"/>
          <p:nvPr/>
        </p:nvSpPr>
        <p:spPr>
          <a:xfrm>
            <a:off x="6293226" y="1047100"/>
            <a:ext cx="5007362" cy="5364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 cap="rnd">
            <a:noFill/>
            <a:round/>
          </a:ln>
          <a:effectLst>
            <a:outerShdw blurRad="76200" dist="50800" dir="5400000" algn="ctr" rotWithShape="0">
              <a:srgbClr val="CD9673">
                <a:alpha val="2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48BFDB3-EA16-1770-51DC-86CD351B203F}"/>
              </a:ext>
            </a:extLst>
          </p:cNvPr>
          <p:cNvSpPr txBox="1"/>
          <p:nvPr/>
        </p:nvSpPr>
        <p:spPr>
          <a:xfrm>
            <a:off x="6911788" y="1133638"/>
            <a:ext cx="3776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kumimoji="1" lang="zh-CN" altLang="en-US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主流不确定性建模方法对比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EEDF0D8-0E9E-AAA2-D44C-EC7280F1F62A}"/>
              </a:ext>
            </a:extLst>
          </p:cNvPr>
          <p:cNvSpPr txBox="1"/>
          <p:nvPr/>
        </p:nvSpPr>
        <p:spPr>
          <a:xfrm>
            <a:off x="6293226" y="1699022"/>
            <a:ext cx="5007361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不确定性来源：</a:t>
            </a:r>
            <a:endParaRPr lang="en-US" altLang="zh-CN" sz="20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模型不确定性：模型结构或参数导致的不稳定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数据不确定性：文本本身含义模糊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常见方法：</a:t>
            </a:r>
            <a:endParaRPr lang="en-US" altLang="zh-CN" sz="20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贝叶斯神经网络：以概率分布表达权重不确定性  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MC Dropout：多次采样，近似贝叶斯推断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证据深度学习：用Dirichlet分布建模类别证据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云模型：融合概率与模糊性，适合表达文本中的模棱两可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本项目选用云模型，能有效处理情感的模糊与不确定性。</a:t>
            </a:r>
          </a:p>
        </p:txBody>
      </p:sp>
    </p:spTree>
    <p:extLst>
      <p:ext uri="{BB962C8B-B14F-4D97-AF65-F5344CB8AC3E}">
        <p14:creationId xmlns:p14="http://schemas.microsoft.com/office/powerpoint/2010/main" val="21696748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8F21A-293D-DDF7-48FF-0B791ACD8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4CAB4B-E36A-CEB8-4FCC-4114EFA9C8D2}"/>
              </a:ext>
            </a:extLst>
          </p:cNvPr>
          <p:cNvSpPr txBox="1"/>
          <p:nvPr/>
        </p:nvSpPr>
        <p:spPr>
          <a:xfrm>
            <a:off x="-18288" y="0"/>
            <a:ext cx="12228576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99000">
                <a:schemeClr val="accent1">
                  <a:lumMod val="20000"/>
                  <a:lumOff val="80000"/>
                </a:schemeClr>
              </a:gs>
            </a:gsLst>
            <a:lin ang="6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BF04BFC1-247A-45B2-D1F8-08E8EBB02909}"/>
              </a:ext>
            </a:extLst>
          </p:cNvPr>
          <p:cNvSpPr txBox="1"/>
          <p:nvPr/>
        </p:nvSpPr>
        <p:spPr>
          <a:xfrm>
            <a:off x="891414" y="6001930"/>
            <a:ext cx="10377568" cy="940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 cap="rnd">
            <a:noFill/>
            <a:round/>
          </a:ln>
          <a:effectLst>
            <a:outerShdw blurRad="76200" dist="50800" dir="5400000" algn="ctr" rotWithShape="0">
              <a:srgbClr val="CD9673">
                <a:alpha val="2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BF109C7D-3BA2-17BA-EA57-9870E40F31D9}"/>
              </a:ext>
            </a:extLst>
          </p:cNvPr>
          <p:cNvSpPr txBox="1"/>
          <p:nvPr/>
        </p:nvSpPr>
        <p:spPr>
          <a:xfrm>
            <a:off x="579455" y="238458"/>
            <a:ext cx="10377569" cy="53641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lvl="0">
              <a:lnSpc>
                <a:spcPct val="130000"/>
              </a:lnSpc>
              <a:defRPr/>
            </a:pPr>
            <a:r>
              <a:rPr kumimoji="1" lang="zh-CN" altLang="en-US" sz="2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理论基础与关键技术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59A66DA1-3B83-9CC3-8CB2-C9228BC3FF26}"/>
              </a:ext>
            </a:extLst>
          </p:cNvPr>
          <p:cNvSpPr txBox="1"/>
          <p:nvPr/>
        </p:nvSpPr>
        <p:spPr>
          <a:xfrm>
            <a:off x="0" y="419734"/>
            <a:ext cx="428561" cy="121453"/>
          </a:xfrm>
          <a:prstGeom prst="rect">
            <a:avLst/>
          </a:prstGeom>
          <a:solidFill>
            <a:schemeClr val="accent1"/>
          </a:solidFill>
          <a:ln w="25400" cap="sq">
            <a:solidFill>
              <a:schemeClr val="bg1"/>
            </a:solidFill>
            <a:miter/>
          </a:ln>
          <a:effectLst>
            <a:outerShdw blurRad="63500" algn="ctr" rotWithShape="0">
              <a:srgbClr val="000000">
                <a:alpha val="4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8D71B9B8-49EE-C21E-C40C-005771CB8F2D}"/>
              </a:ext>
            </a:extLst>
          </p:cNvPr>
          <p:cNvSpPr txBox="1"/>
          <p:nvPr/>
        </p:nvSpPr>
        <p:spPr>
          <a:xfrm rot="5400000">
            <a:off x="-145315" y="292497"/>
            <a:ext cx="719190" cy="134200"/>
          </a:xfrm>
          <a:prstGeom prst="rect">
            <a:avLst/>
          </a:prstGeom>
          <a:solidFill>
            <a:schemeClr val="accent1"/>
          </a:solidFill>
          <a:ln w="25400" cap="sq">
            <a:solidFill>
              <a:schemeClr val="bg1"/>
            </a:solidFill>
            <a:miter/>
          </a:ln>
          <a:effectLst>
            <a:outerShdw blurRad="63500" algn="ctr" rotWithShape="0">
              <a:srgbClr val="000000">
                <a:alpha val="4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935CFB44-A2CC-0E40-A950-DFB9FF6A5C61}"/>
              </a:ext>
            </a:extLst>
          </p:cNvPr>
          <p:cNvSpPr txBox="1"/>
          <p:nvPr/>
        </p:nvSpPr>
        <p:spPr>
          <a:xfrm>
            <a:off x="891414" y="937021"/>
            <a:ext cx="10377568" cy="7244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 cap="rnd">
            <a:noFill/>
            <a:round/>
          </a:ln>
          <a:effectLst>
            <a:outerShdw blurRad="76200" dist="50800" dir="5400000" algn="ctr" rotWithShape="0">
              <a:srgbClr val="CD9673">
                <a:alpha val="2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3BC4F55-43DA-1DBE-8A05-D27742A4F3AC}"/>
              </a:ext>
            </a:extLst>
          </p:cNvPr>
          <p:cNvSpPr txBox="1"/>
          <p:nvPr/>
        </p:nvSpPr>
        <p:spPr>
          <a:xfrm>
            <a:off x="1383801" y="983966"/>
            <a:ext cx="94243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预训练语言模型</a:t>
            </a:r>
            <a:r>
              <a:rPr kumimoji="1"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BERT(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Bidirectional Encoder Representations from Transformers</a:t>
            </a:r>
            <a:r>
              <a:rPr kumimoji="1"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1"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与中文</a:t>
            </a:r>
            <a:r>
              <a:rPr kumimoji="1"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RoBERTa(Robustly Optimized BERT Pretraining Approach)</a:t>
            </a:r>
            <a:endParaRPr kumimoji="1"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4EB290-DED6-E11A-4B6D-F4C868435808}"/>
              </a:ext>
            </a:extLst>
          </p:cNvPr>
          <p:cNvSpPr txBox="1"/>
          <p:nvPr/>
        </p:nvSpPr>
        <p:spPr>
          <a:xfrm>
            <a:off x="891413" y="1699022"/>
            <a:ext cx="10065611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BERT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用于提取中文语义，转换为向量特征。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Transformer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架构，能捕捉复杂上下文依赖。采用双向编码，提升语义理解能力。主要机制：自注意力机制：建模序列内各词间联系。预训练任务：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MLM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（遮蔽语言模型）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NSP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（下一句预测）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8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zh-CN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注：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WP</a:t>
            </a:r>
            <a:r>
              <a:rPr lang="zh-CN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WordPiece</a:t>
            </a:r>
            <a:r>
              <a:rPr lang="zh-CN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WWM</a:t>
            </a:r>
            <a:r>
              <a:rPr lang="zh-CN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Whole Word Masking</a:t>
            </a:r>
          </a:p>
          <a:p>
            <a:endParaRPr lang="en-US" altLang="zh-CN" sz="8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本项目采用</a:t>
            </a:r>
            <a:r>
              <a:rPr lang="en-US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Chinese-RoBERTa-wwm-ext-large</a:t>
            </a:r>
            <a:r>
              <a:rPr lang="zh-CN" altLang="en-US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，针对中文优化，提取高质量句向量。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79A68641-97A2-C787-54AB-E7E3B2A975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709491"/>
              </p:ext>
            </p:extLst>
          </p:nvPr>
        </p:nvGraphicFramePr>
        <p:xfrm>
          <a:off x="1544958" y="2727920"/>
          <a:ext cx="8758519" cy="243105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54949">
                  <a:extLst>
                    <a:ext uri="{9D8B030D-6E8A-4147-A177-3AD203B41FA5}">
                      <a16:colId xmlns:a16="http://schemas.microsoft.com/office/drawing/2014/main" val="8376871"/>
                    </a:ext>
                  </a:extLst>
                </a:gridCol>
                <a:gridCol w="1021450">
                  <a:extLst>
                    <a:ext uri="{9D8B030D-6E8A-4147-A177-3AD203B41FA5}">
                      <a16:colId xmlns:a16="http://schemas.microsoft.com/office/drawing/2014/main" val="2858056504"/>
                    </a:ext>
                  </a:extLst>
                </a:gridCol>
                <a:gridCol w="730048">
                  <a:extLst>
                    <a:ext uri="{9D8B030D-6E8A-4147-A177-3AD203B41FA5}">
                      <a16:colId xmlns:a16="http://schemas.microsoft.com/office/drawing/2014/main" val="1431596111"/>
                    </a:ext>
                  </a:extLst>
                </a:gridCol>
                <a:gridCol w="1459066">
                  <a:extLst>
                    <a:ext uri="{9D8B030D-6E8A-4147-A177-3AD203B41FA5}">
                      <a16:colId xmlns:a16="http://schemas.microsoft.com/office/drawing/2014/main" val="2485918858"/>
                    </a:ext>
                  </a:extLst>
                </a:gridCol>
                <a:gridCol w="730048">
                  <a:extLst>
                    <a:ext uri="{9D8B030D-6E8A-4147-A177-3AD203B41FA5}">
                      <a16:colId xmlns:a16="http://schemas.microsoft.com/office/drawing/2014/main" val="1010298442"/>
                    </a:ext>
                  </a:extLst>
                </a:gridCol>
                <a:gridCol w="1173844">
                  <a:extLst>
                    <a:ext uri="{9D8B030D-6E8A-4147-A177-3AD203B41FA5}">
                      <a16:colId xmlns:a16="http://schemas.microsoft.com/office/drawing/2014/main" val="4281885711"/>
                    </a:ext>
                  </a:extLst>
                </a:gridCol>
                <a:gridCol w="876263">
                  <a:extLst>
                    <a:ext uri="{9D8B030D-6E8A-4147-A177-3AD203B41FA5}">
                      <a16:colId xmlns:a16="http://schemas.microsoft.com/office/drawing/2014/main" val="1652057881"/>
                    </a:ext>
                  </a:extLst>
                </a:gridCol>
                <a:gridCol w="1312851">
                  <a:extLst>
                    <a:ext uri="{9D8B030D-6E8A-4147-A177-3AD203B41FA5}">
                      <a16:colId xmlns:a16="http://schemas.microsoft.com/office/drawing/2014/main" val="674632383"/>
                    </a:ext>
                  </a:extLst>
                </a:gridCol>
              </a:tblGrid>
              <a:tr h="329729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400" kern="0">
                          <a:effectLst/>
                        </a:rPr>
                        <a:t>模型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>
                          <a:effectLst/>
                        </a:rPr>
                        <a:t>Masking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400" kern="0">
                          <a:effectLst/>
                        </a:rPr>
                        <a:t>类型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400" kern="0">
                          <a:effectLst/>
                        </a:rPr>
                        <a:t>训练语料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>
                          <a:effectLst/>
                        </a:rPr>
                        <a:t>Token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400" kern="0">
                          <a:effectLst/>
                        </a:rPr>
                        <a:t>训练步数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400" kern="0">
                          <a:effectLst/>
                        </a:rPr>
                        <a:t>参数量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400" kern="0">
                          <a:effectLst/>
                        </a:rPr>
                        <a:t>初始化方式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01244902"/>
                  </a:ext>
                </a:extLst>
              </a:tr>
              <a:tr h="340365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>
                          <a:effectLst/>
                        </a:rPr>
                        <a:t>BERT (Google)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>
                          <a:effectLst/>
                        </a:rPr>
                        <a:t>WP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>
                          <a:effectLst/>
                        </a:rPr>
                        <a:t>base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400" kern="0">
                          <a:effectLst/>
                        </a:rPr>
                        <a:t>中文维基百科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>
                          <a:effectLst/>
                        </a:rPr>
                        <a:t>0.4B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400" kern="0">
                          <a:effectLst/>
                        </a:rPr>
                        <a:t>未公开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>
                          <a:effectLst/>
                        </a:rPr>
                        <a:t>~110M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400" kern="0">
                          <a:effectLst/>
                        </a:rPr>
                        <a:t>随机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74449184"/>
                  </a:ext>
                </a:extLst>
              </a:tr>
              <a:tr h="274987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>
                          <a:effectLst/>
                        </a:rPr>
                        <a:t>BERT-wwm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>
                          <a:effectLst/>
                        </a:rPr>
                        <a:t>WWM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>
                          <a:effectLst/>
                        </a:rPr>
                        <a:t>base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400" kern="0">
                          <a:effectLst/>
                        </a:rPr>
                        <a:t>中文维基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>
                          <a:effectLst/>
                        </a:rPr>
                        <a:t>0.4B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>
                          <a:effectLst/>
                        </a:rPr>
                        <a:t>100K+100K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>
                          <a:effectLst/>
                        </a:rPr>
                        <a:t>~110M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>
                          <a:effectLst/>
                        </a:rPr>
                        <a:t>BERT</a:t>
                      </a:r>
                      <a:r>
                        <a:rPr lang="zh-CN" sz="1400" kern="0">
                          <a:effectLst/>
                        </a:rPr>
                        <a:t>初始化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51518194"/>
                  </a:ext>
                </a:extLst>
              </a:tr>
              <a:tr h="340365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>
                          <a:effectLst/>
                        </a:rPr>
                        <a:t>BERT-wwm-ext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>
                          <a:effectLst/>
                        </a:rPr>
                        <a:t>WWM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>
                          <a:effectLst/>
                        </a:rPr>
                        <a:t>base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>
                          <a:effectLst/>
                        </a:rPr>
                        <a:t>wiki+ext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>
                          <a:effectLst/>
                        </a:rPr>
                        <a:t>5.4B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>
                          <a:effectLst/>
                        </a:rPr>
                        <a:t>1M+400K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>
                          <a:effectLst/>
                        </a:rPr>
                        <a:t>~110M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>
                          <a:effectLst/>
                        </a:rPr>
                        <a:t>BERT</a:t>
                      </a:r>
                      <a:r>
                        <a:rPr lang="zh-CN" sz="1400" kern="0">
                          <a:effectLst/>
                        </a:rPr>
                        <a:t>初始化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0512073"/>
                  </a:ext>
                </a:extLst>
              </a:tr>
              <a:tr h="572806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>
                          <a:effectLst/>
                        </a:rPr>
                        <a:t>RoBERTa-wwm-ext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>
                          <a:effectLst/>
                        </a:rPr>
                        <a:t>WWM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>
                          <a:effectLst/>
                        </a:rPr>
                        <a:t>base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>
                          <a:effectLst/>
                        </a:rPr>
                        <a:t>wiki+ext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>
                          <a:effectLst/>
                        </a:rPr>
                        <a:t>5.4B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>
                          <a:effectLst/>
                        </a:rPr>
                        <a:t>1M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>
                          <a:effectLst/>
                        </a:rPr>
                        <a:t>~102M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0">
                          <a:effectLst/>
                        </a:rPr>
                        <a:t>BERT</a:t>
                      </a:r>
                      <a:r>
                        <a:rPr lang="zh-CN" sz="1400" kern="0">
                          <a:effectLst/>
                        </a:rPr>
                        <a:t>初始化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75069850"/>
                  </a:ext>
                </a:extLst>
              </a:tr>
              <a:tr h="572806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>
                          <a:effectLst/>
                        </a:rPr>
                        <a:t>RoBERTa-wwm-ext-large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>
                          <a:effectLst/>
                        </a:rPr>
                        <a:t>WWM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>
                          <a:effectLst/>
                        </a:rPr>
                        <a:t>large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>
                          <a:effectLst/>
                        </a:rPr>
                        <a:t>wiki+ext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>
                          <a:effectLst/>
                        </a:rPr>
                        <a:t>5.4B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>
                          <a:effectLst/>
                        </a:rPr>
                        <a:t>2M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0">
                          <a:effectLst/>
                        </a:rPr>
                        <a:t>325M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400" b="1" kern="0">
                          <a:effectLst/>
                        </a:rPr>
                        <a:t>随机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659017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8381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CC292-4C67-2ADF-6CE7-6590A1651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ABCD4E-23C7-46B9-80E5-F43041794FC4}"/>
              </a:ext>
            </a:extLst>
          </p:cNvPr>
          <p:cNvSpPr txBox="1"/>
          <p:nvPr/>
        </p:nvSpPr>
        <p:spPr>
          <a:xfrm>
            <a:off x="-18288" y="0"/>
            <a:ext cx="12228576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99000">
                <a:schemeClr val="accent1">
                  <a:lumMod val="20000"/>
                  <a:lumOff val="80000"/>
                </a:schemeClr>
              </a:gs>
            </a:gsLst>
            <a:lin ang="6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1C0F2543-9285-3786-CEB3-7D8F718D8DF9}"/>
              </a:ext>
            </a:extLst>
          </p:cNvPr>
          <p:cNvSpPr txBox="1"/>
          <p:nvPr/>
        </p:nvSpPr>
        <p:spPr>
          <a:xfrm>
            <a:off x="891414" y="6001930"/>
            <a:ext cx="10377568" cy="940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 cap="rnd">
            <a:noFill/>
            <a:round/>
          </a:ln>
          <a:effectLst>
            <a:outerShdw blurRad="76200" dist="50800" dir="5400000" algn="ctr" rotWithShape="0">
              <a:srgbClr val="CD9673">
                <a:alpha val="2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F4FE384A-3198-922B-702B-1DDBC38FAE2A}"/>
              </a:ext>
            </a:extLst>
          </p:cNvPr>
          <p:cNvSpPr txBox="1"/>
          <p:nvPr/>
        </p:nvSpPr>
        <p:spPr>
          <a:xfrm>
            <a:off x="579455" y="238458"/>
            <a:ext cx="10377569" cy="53641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lvl="0">
              <a:lnSpc>
                <a:spcPct val="130000"/>
              </a:lnSpc>
              <a:defRPr/>
            </a:pPr>
            <a:r>
              <a:rPr kumimoji="1" lang="zh-CN" altLang="en-US" sz="2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理论基础与关键技术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E019BFB2-6192-B758-9714-AEB4A2AF1D3D}"/>
              </a:ext>
            </a:extLst>
          </p:cNvPr>
          <p:cNvSpPr txBox="1"/>
          <p:nvPr/>
        </p:nvSpPr>
        <p:spPr>
          <a:xfrm>
            <a:off x="0" y="419734"/>
            <a:ext cx="428561" cy="121453"/>
          </a:xfrm>
          <a:prstGeom prst="rect">
            <a:avLst/>
          </a:prstGeom>
          <a:solidFill>
            <a:schemeClr val="accent1"/>
          </a:solidFill>
          <a:ln w="25400" cap="sq">
            <a:solidFill>
              <a:schemeClr val="bg1"/>
            </a:solidFill>
            <a:miter/>
          </a:ln>
          <a:effectLst>
            <a:outerShdw blurRad="63500" algn="ctr" rotWithShape="0">
              <a:srgbClr val="000000">
                <a:alpha val="4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328B0A3B-F5C9-BF9E-6397-13F3E6EB48B2}"/>
              </a:ext>
            </a:extLst>
          </p:cNvPr>
          <p:cNvSpPr txBox="1"/>
          <p:nvPr/>
        </p:nvSpPr>
        <p:spPr>
          <a:xfrm rot="5400000">
            <a:off x="-145315" y="292497"/>
            <a:ext cx="719190" cy="134200"/>
          </a:xfrm>
          <a:prstGeom prst="rect">
            <a:avLst/>
          </a:prstGeom>
          <a:solidFill>
            <a:schemeClr val="accent1"/>
          </a:solidFill>
          <a:ln w="25400" cap="sq">
            <a:solidFill>
              <a:schemeClr val="bg1"/>
            </a:solidFill>
            <a:miter/>
          </a:ln>
          <a:effectLst>
            <a:outerShdw blurRad="63500" algn="ctr" rotWithShape="0">
              <a:srgbClr val="000000">
                <a:alpha val="4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5A6CFDE0-E26D-125E-1E19-B57489D3E92C}"/>
              </a:ext>
            </a:extLst>
          </p:cNvPr>
          <p:cNvSpPr txBox="1"/>
          <p:nvPr/>
        </p:nvSpPr>
        <p:spPr>
          <a:xfrm>
            <a:off x="891414" y="937021"/>
            <a:ext cx="10377568" cy="7244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 cap="rnd">
            <a:noFill/>
            <a:round/>
          </a:ln>
          <a:effectLst>
            <a:outerShdw blurRad="76200" dist="50800" dir="5400000" algn="ctr" rotWithShape="0">
              <a:srgbClr val="CD9673">
                <a:alpha val="2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1CEC248-23C8-4630-B156-68D5AC0939F3}"/>
              </a:ext>
            </a:extLst>
          </p:cNvPr>
          <p:cNvSpPr txBox="1"/>
          <p:nvPr/>
        </p:nvSpPr>
        <p:spPr>
          <a:xfrm>
            <a:off x="1383801" y="983966"/>
            <a:ext cx="94243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预训练语言模型</a:t>
            </a:r>
            <a:r>
              <a:rPr kumimoji="1"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BERT(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Bidirectional Encoder Representations from Transformers</a:t>
            </a:r>
            <a:r>
              <a:rPr kumimoji="1"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1"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与中文</a:t>
            </a:r>
            <a:r>
              <a:rPr kumimoji="1"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RoBERTa(Robustly Optimized BERT Pretraining Approach)</a:t>
            </a:r>
            <a:endParaRPr kumimoji="1"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图片">
            <a:extLst>
              <a:ext uri="{FF2B5EF4-FFF2-40B4-BE49-F238E27FC236}">
                <a16:creationId xmlns:a16="http://schemas.microsoft.com/office/drawing/2014/main" id="{EC3069E8-948B-45EB-108D-C2B333F155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153" y="1708409"/>
            <a:ext cx="6715873" cy="42353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A75CD194-4785-6CD1-79C3-98172F406B13}"/>
              </a:ext>
            </a:extLst>
          </p:cNvPr>
          <p:cNvGrpSpPr/>
          <p:nvPr/>
        </p:nvGrpSpPr>
        <p:grpSpPr>
          <a:xfrm>
            <a:off x="7813026" y="1708966"/>
            <a:ext cx="3266454" cy="4234772"/>
            <a:chOff x="7607286" y="1686207"/>
            <a:chExt cx="3661696" cy="4703283"/>
          </a:xfrm>
        </p:grpSpPr>
        <p:pic>
          <p:nvPicPr>
            <p:cNvPr id="6" name="图片 5" descr="图表, 条形图&#10;&#10;AI 生成的内容可能不正确。">
              <a:extLst>
                <a:ext uri="{FF2B5EF4-FFF2-40B4-BE49-F238E27FC236}">
                  <a16:creationId xmlns:a16="http://schemas.microsoft.com/office/drawing/2014/main" id="{FA5D6B09-E366-6B36-18D3-CFB17B624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000"/>
            <a:stretch>
              <a:fillRect/>
            </a:stretch>
          </p:blipFill>
          <p:spPr bwMode="auto">
            <a:xfrm>
              <a:off x="7607286" y="1686207"/>
              <a:ext cx="3661696" cy="28237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图片 6" descr="图表, 条形图&#10;&#10;AI 生成的内容可能不正确。">
              <a:extLst>
                <a:ext uri="{FF2B5EF4-FFF2-40B4-BE49-F238E27FC236}">
                  <a16:creationId xmlns:a16="http://schemas.microsoft.com/office/drawing/2014/main" id="{2AA7F6B3-2626-2849-F6A7-66F0C6F4FF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b="4294"/>
            <a:stretch>
              <a:fillRect/>
            </a:stretch>
          </p:blipFill>
          <p:spPr bwMode="auto">
            <a:xfrm>
              <a:off x="7607286" y="3686958"/>
              <a:ext cx="3661696" cy="2702532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8370038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ADA6F-4A57-B109-36C3-9B959A7FE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CB73D0-383C-2232-5944-E3D03B073C3B}"/>
              </a:ext>
            </a:extLst>
          </p:cNvPr>
          <p:cNvSpPr txBox="1"/>
          <p:nvPr/>
        </p:nvSpPr>
        <p:spPr>
          <a:xfrm>
            <a:off x="-18288" y="0"/>
            <a:ext cx="12228576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99000">
                <a:schemeClr val="accent1">
                  <a:lumMod val="20000"/>
                  <a:lumOff val="80000"/>
                </a:schemeClr>
              </a:gs>
            </a:gsLst>
            <a:lin ang="6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782CD3D1-C977-31FC-AC4F-3E319FAD1F1B}"/>
              </a:ext>
            </a:extLst>
          </p:cNvPr>
          <p:cNvSpPr txBox="1"/>
          <p:nvPr/>
        </p:nvSpPr>
        <p:spPr>
          <a:xfrm>
            <a:off x="891414" y="6001930"/>
            <a:ext cx="10377568" cy="940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 cap="rnd">
            <a:noFill/>
            <a:round/>
          </a:ln>
          <a:effectLst>
            <a:outerShdw blurRad="76200" dist="50800" dir="5400000" algn="ctr" rotWithShape="0">
              <a:srgbClr val="CD9673">
                <a:alpha val="2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E1254A54-F4BA-D07E-9581-7641B820E396}"/>
              </a:ext>
            </a:extLst>
          </p:cNvPr>
          <p:cNvSpPr txBox="1"/>
          <p:nvPr/>
        </p:nvSpPr>
        <p:spPr>
          <a:xfrm>
            <a:off x="579455" y="238458"/>
            <a:ext cx="10377569" cy="53641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lvl="0">
              <a:lnSpc>
                <a:spcPct val="130000"/>
              </a:lnSpc>
              <a:defRPr/>
            </a:pPr>
            <a:r>
              <a:rPr kumimoji="1" lang="zh-CN" altLang="en-US" sz="2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理论基础与关键技术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CDE75538-E268-B8A2-8509-5D18C1A9485E}"/>
              </a:ext>
            </a:extLst>
          </p:cNvPr>
          <p:cNvSpPr txBox="1"/>
          <p:nvPr/>
        </p:nvSpPr>
        <p:spPr>
          <a:xfrm>
            <a:off x="0" y="419734"/>
            <a:ext cx="428561" cy="121453"/>
          </a:xfrm>
          <a:prstGeom prst="rect">
            <a:avLst/>
          </a:prstGeom>
          <a:solidFill>
            <a:schemeClr val="accent1"/>
          </a:solidFill>
          <a:ln w="25400" cap="sq">
            <a:solidFill>
              <a:schemeClr val="bg1"/>
            </a:solidFill>
            <a:miter/>
          </a:ln>
          <a:effectLst>
            <a:outerShdw blurRad="63500" algn="ctr" rotWithShape="0">
              <a:srgbClr val="000000">
                <a:alpha val="4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DD85FA3E-2BEB-B465-1476-F5140B98EB5D}"/>
              </a:ext>
            </a:extLst>
          </p:cNvPr>
          <p:cNvSpPr txBox="1"/>
          <p:nvPr/>
        </p:nvSpPr>
        <p:spPr>
          <a:xfrm rot="5400000">
            <a:off x="-145315" y="292497"/>
            <a:ext cx="719190" cy="134200"/>
          </a:xfrm>
          <a:prstGeom prst="rect">
            <a:avLst/>
          </a:prstGeom>
          <a:solidFill>
            <a:schemeClr val="accent1"/>
          </a:solidFill>
          <a:ln w="25400" cap="sq">
            <a:solidFill>
              <a:schemeClr val="bg1"/>
            </a:solidFill>
            <a:miter/>
          </a:ln>
          <a:effectLst>
            <a:outerShdw blurRad="63500" algn="ctr" rotWithShape="0">
              <a:srgbClr val="000000">
                <a:alpha val="4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3634647A-A20D-7603-D955-43B36D23AF7A}"/>
              </a:ext>
            </a:extLst>
          </p:cNvPr>
          <p:cNvSpPr txBox="1"/>
          <p:nvPr/>
        </p:nvSpPr>
        <p:spPr>
          <a:xfrm>
            <a:off x="891414" y="937021"/>
            <a:ext cx="10377568" cy="4162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 cap="rnd">
            <a:noFill/>
            <a:round/>
          </a:ln>
          <a:effectLst>
            <a:outerShdw blurRad="76200" dist="50800" dir="5400000" algn="ctr" rotWithShape="0">
              <a:srgbClr val="CD9673">
                <a:alpha val="2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0980541-D07D-CECB-52BB-5E07F32BE6E7}"/>
              </a:ext>
            </a:extLst>
          </p:cNvPr>
          <p:cNvSpPr txBox="1"/>
          <p:nvPr/>
        </p:nvSpPr>
        <p:spPr>
          <a:xfrm>
            <a:off x="1383801" y="964916"/>
            <a:ext cx="9424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云模型理论基础与数学定义</a:t>
            </a:r>
            <a:endParaRPr kumimoji="1"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4AEBD4B-E4EE-1E62-54F6-793EEC2880A9}"/>
              </a:ext>
            </a:extLst>
          </p:cNvPr>
          <p:cNvSpPr txBox="1"/>
          <p:nvPr/>
        </p:nvSpPr>
        <p:spPr>
          <a:xfrm>
            <a:off x="891414" y="1606476"/>
            <a:ext cx="470928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云模型（</a:t>
            </a:r>
            <a:r>
              <a:rPr lang="en-US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Cloud Model</a:t>
            </a:r>
            <a:r>
              <a:rPr lang="zh-CN" altLang="en-US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是一种将定性概念与定量描述相结合的数学不确定性建模方法，能在概率与模糊之间建立桥梁。它以三个数字特征表示一个定性概念的定量表达：</a:t>
            </a:r>
          </a:p>
          <a:p>
            <a:r>
              <a:rPr lang="zh-CN" altLang="en-US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期望（</a:t>
            </a:r>
            <a:r>
              <a:rPr lang="en-US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</a:t>
            </a:r>
            <a:r>
              <a:rPr lang="zh-CN" altLang="en-US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：反映概念的“中心值”或典型值；</a:t>
            </a:r>
          </a:p>
          <a:p>
            <a:r>
              <a:rPr lang="zh-CN" altLang="en-US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熵（</a:t>
            </a:r>
            <a:r>
              <a:rPr lang="en-US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</a:t>
            </a:r>
            <a:r>
              <a:rPr lang="zh-CN" altLang="en-US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：衡量概念的不确定性和模糊性；</a:t>
            </a:r>
          </a:p>
          <a:p>
            <a:r>
              <a:rPr lang="zh-CN" altLang="en-US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超熵（</a:t>
            </a:r>
            <a:r>
              <a:rPr lang="en-US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</a:t>
            </a:r>
            <a:r>
              <a:rPr lang="zh-CN" altLang="en-US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：表示熵的波动性，即对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En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的容忍程度。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在本项目中，我们将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BERT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输出的句向量映射到三元组，并生成多维云滴矩阵，通过云滴的平均隶属度作为特征向量的表现形式，再输入分类器实现最终预测。</a:t>
            </a:r>
          </a:p>
        </p:txBody>
      </p:sp>
      <p:pic>
        <p:nvPicPr>
          <p:cNvPr id="19" name="图片 18" descr="图表, 散点图&#10;&#10;AI 生成的内容可能不正确。">
            <a:extLst>
              <a:ext uri="{FF2B5EF4-FFF2-40B4-BE49-F238E27FC236}">
                <a16:creationId xmlns:a16="http://schemas.microsoft.com/office/drawing/2014/main" id="{6418F3D8-F2C1-20B8-7FBE-C258677B7E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8239" y="2021216"/>
            <a:ext cx="5400040" cy="3312795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FAAC3896-87B8-8E06-0CDF-1311E7B3446C}"/>
              </a:ext>
            </a:extLst>
          </p:cNvPr>
          <p:cNvSpPr txBox="1"/>
          <p:nvPr/>
        </p:nvSpPr>
        <p:spPr>
          <a:xfrm>
            <a:off x="5396447" y="5331136"/>
            <a:ext cx="61436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sz="1400"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云模型的三个数字特征</a:t>
            </a:r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29162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B25CC-8255-EB80-B92F-BDB7412E4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>
            <a:extLst>
              <a:ext uri="{FF2B5EF4-FFF2-40B4-BE49-F238E27FC236}">
                <a16:creationId xmlns:a16="http://schemas.microsoft.com/office/drawing/2014/main" id="{DAED7DC2-70D4-3C8A-A071-183BEEC3770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8000"/>
          </a:blip>
          <a:srcRect/>
          <a:stretch>
            <a:fillRect/>
          </a:stretch>
        </p:blipFill>
        <p:spPr>
          <a:xfrm>
            <a:off x="3772953" y="0"/>
            <a:ext cx="8419047" cy="562539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CCD8D1AF-A457-541F-216C-9532F0A659C3}"/>
              </a:ext>
            </a:extLst>
          </p:cNvPr>
          <p:cNvSpPr txBox="1"/>
          <p:nvPr/>
        </p:nvSpPr>
        <p:spPr>
          <a:xfrm>
            <a:off x="-9144" y="-9679"/>
            <a:ext cx="12210288" cy="6877359"/>
          </a:xfrm>
          <a:prstGeom prst="rect">
            <a:avLst/>
          </a:prstGeom>
          <a:solidFill>
            <a:schemeClr val="bg1">
              <a:alpha val="77962"/>
            </a:schemeClr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FBA8AFBA-ACA9-FC80-CADD-913B38AF8F65}"/>
              </a:ext>
            </a:extLst>
          </p:cNvPr>
          <p:cNvSpPr txBox="1"/>
          <p:nvPr/>
        </p:nvSpPr>
        <p:spPr>
          <a:xfrm>
            <a:off x="0" y="-3318"/>
            <a:ext cx="3767922" cy="4007700"/>
          </a:xfrm>
          <a:custGeom>
            <a:avLst/>
            <a:gdLst>
              <a:gd name="connsiteX0" fmla="*/ 0 w 3593901"/>
              <a:gd name="connsiteY0" fmla="*/ 0 h 3822605"/>
              <a:gd name="connsiteX1" fmla="*/ 3570623 w 3593901"/>
              <a:gd name="connsiteY1" fmla="*/ 0 h 3822605"/>
              <a:gd name="connsiteX2" fmla="*/ 3576202 w 3593901"/>
              <a:gd name="connsiteY2" fmla="*/ 43906 h 3822605"/>
              <a:gd name="connsiteX3" fmla="*/ 3593901 w 3593901"/>
              <a:gd name="connsiteY3" fmla="*/ 394418 h 3822605"/>
              <a:gd name="connsiteX4" fmla="*/ 165714 w 3593901"/>
              <a:gd name="connsiteY4" fmla="*/ 3822605 h 3822605"/>
              <a:gd name="connsiteX5" fmla="*/ 0 w 3593901"/>
              <a:gd name="connsiteY5" fmla="*/ 3818415 h 3822605"/>
            </a:gdLst>
            <a:ahLst/>
            <a:cxnLst/>
            <a:rect l="l" t="t" r="r" b="b"/>
            <a:pathLst>
              <a:path w="3593901" h="3822605">
                <a:moveTo>
                  <a:pt x="0" y="0"/>
                </a:moveTo>
                <a:lnTo>
                  <a:pt x="3570623" y="0"/>
                </a:lnTo>
                <a:lnTo>
                  <a:pt x="3576202" y="43906"/>
                </a:lnTo>
                <a:cubicBezTo>
                  <a:pt x="3587906" y="159152"/>
                  <a:pt x="3593901" y="276085"/>
                  <a:pt x="3593901" y="394418"/>
                </a:cubicBezTo>
                <a:cubicBezTo>
                  <a:pt x="3593901" y="2287753"/>
                  <a:pt x="2059049" y="3822605"/>
                  <a:pt x="165714" y="3822605"/>
                </a:cubicBezTo>
                <a:lnTo>
                  <a:pt x="0" y="3818415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28305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1594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714CB074-70BB-C0F6-046E-793215BA09FD}"/>
              </a:ext>
            </a:extLst>
          </p:cNvPr>
          <p:cNvSpPr txBox="1"/>
          <p:nvPr/>
        </p:nvSpPr>
        <p:spPr>
          <a:xfrm rot="10800000">
            <a:off x="8442364" y="2867045"/>
            <a:ext cx="3767922" cy="4007700"/>
          </a:xfrm>
          <a:custGeom>
            <a:avLst/>
            <a:gdLst>
              <a:gd name="connsiteX0" fmla="*/ 0 w 3593901"/>
              <a:gd name="connsiteY0" fmla="*/ 0 h 3822605"/>
              <a:gd name="connsiteX1" fmla="*/ 3570623 w 3593901"/>
              <a:gd name="connsiteY1" fmla="*/ 0 h 3822605"/>
              <a:gd name="connsiteX2" fmla="*/ 3576202 w 3593901"/>
              <a:gd name="connsiteY2" fmla="*/ 43906 h 3822605"/>
              <a:gd name="connsiteX3" fmla="*/ 3593901 w 3593901"/>
              <a:gd name="connsiteY3" fmla="*/ 394418 h 3822605"/>
              <a:gd name="connsiteX4" fmla="*/ 165714 w 3593901"/>
              <a:gd name="connsiteY4" fmla="*/ 3822605 h 3822605"/>
              <a:gd name="connsiteX5" fmla="*/ 0 w 3593901"/>
              <a:gd name="connsiteY5" fmla="*/ 3818415 h 3822605"/>
            </a:gdLst>
            <a:ahLst/>
            <a:cxnLst/>
            <a:rect l="l" t="t" r="r" b="b"/>
            <a:pathLst>
              <a:path w="3593901" h="3822605">
                <a:moveTo>
                  <a:pt x="0" y="0"/>
                </a:moveTo>
                <a:lnTo>
                  <a:pt x="3570623" y="0"/>
                </a:lnTo>
                <a:lnTo>
                  <a:pt x="3576202" y="43906"/>
                </a:lnTo>
                <a:cubicBezTo>
                  <a:pt x="3587906" y="159152"/>
                  <a:pt x="3593901" y="276085"/>
                  <a:pt x="3593901" y="394418"/>
                </a:cubicBezTo>
                <a:cubicBezTo>
                  <a:pt x="3593901" y="2287753"/>
                  <a:pt x="2059049" y="3822605"/>
                  <a:pt x="165714" y="3822605"/>
                </a:cubicBezTo>
                <a:lnTo>
                  <a:pt x="0" y="3818415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accent1">
                  <a:lumMod val="40000"/>
                  <a:lumOff val="60000"/>
                  <a:alpha val="29000"/>
                </a:schemeClr>
              </a:gs>
            </a:gsLst>
            <a:lin ang="21594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CE8E5395-D491-5658-A0DD-66F038CC8D00}"/>
              </a:ext>
            </a:extLst>
          </p:cNvPr>
          <p:cNvSpPr txBox="1"/>
          <p:nvPr/>
        </p:nvSpPr>
        <p:spPr>
          <a:xfrm flipH="1">
            <a:off x="569423" y="489686"/>
            <a:ext cx="1672266" cy="549270"/>
          </a:xfrm>
          <a:custGeom>
            <a:avLst/>
            <a:gdLst>
              <a:gd name="connsiteX0" fmla="*/ 64839 w 1108502"/>
              <a:gd name="connsiteY0" fmla="*/ 32419 h 364097"/>
              <a:gd name="connsiteX1" fmla="*/ 32420 w 1108502"/>
              <a:gd name="connsiteY1" fmla="*/ 64839 h 364097"/>
              <a:gd name="connsiteX2" fmla="*/ 0 w 1108502"/>
              <a:gd name="connsiteY2" fmla="*/ 32419 h 364097"/>
              <a:gd name="connsiteX3" fmla="*/ 32420 w 1108502"/>
              <a:gd name="connsiteY3" fmla="*/ 0 h 364097"/>
              <a:gd name="connsiteX4" fmla="*/ 64839 w 1108502"/>
              <a:gd name="connsiteY4" fmla="*/ 32419 h 364097"/>
              <a:gd name="connsiteX5" fmla="*/ 180802 w 1108502"/>
              <a:gd name="connsiteY5" fmla="*/ 1247 h 364097"/>
              <a:gd name="connsiteX6" fmla="*/ 148382 w 1108502"/>
              <a:gd name="connsiteY6" fmla="*/ 33666 h 364097"/>
              <a:gd name="connsiteX7" fmla="*/ 180802 w 1108502"/>
              <a:gd name="connsiteY7" fmla="*/ 66086 h 364097"/>
              <a:gd name="connsiteX8" fmla="*/ 213222 w 1108502"/>
              <a:gd name="connsiteY8" fmla="*/ 33666 h 364097"/>
              <a:gd name="connsiteX9" fmla="*/ 180802 w 1108502"/>
              <a:gd name="connsiteY9" fmla="*/ 1247 h 364097"/>
              <a:gd name="connsiteX10" fmla="*/ 64839 w 1108502"/>
              <a:gd name="connsiteY10" fmla="*/ 182048 h 364097"/>
              <a:gd name="connsiteX11" fmla="*/ 32420 w 1108502"/>
              <a:gd name="connsiteY11" fmla="*/ 149629 h 364097"/>
              <a:gd name="connsiteX12" fmla="*/ 0 w 1108502"/>
              <a:gd name="connsiteY12" fmla="*/ 182048 h 364097"/>
              <a:gd name="connsiteX13" fmla="*/ 32420 w 1108502"/>
              <a:gd name="connsiteY13" fmla="*/ 214468 h 364097"/>
              <a:gd name="connsiteX14" fmla="*/ 64839 w 1108502"/>
              <a:gd name="connsiteY14" fmla="*/ 182048 h 364097"/>
              <a:gd name="connsiteX15" fmla="*/ 330431 w 1108502"/>
              <a:gd name="connsiteY15" fmla="*/ 1247 h 364097"/>
              <a:gd name="connsiteX16" fmla="*/ 298011 w 1108502"/>
              <a:gd name="connsiteY16" fmla="*/ 33666 h 364097"/>
              <a:gd name="connsiteX17" fmla="*/ 330431 w 1108502"/>
              <a:gd name="connsiteY17" fmla="*/ 66086 h 364097"/>
              <a:gd name="connsiteX18" fmla="*/ 362851 w 1108502"/>
              <a:gd name="connsiteY18" fmla="*/ 33666 h 364097"/>
              <a:gd name="connsiteX19" fmla="*/ 330431 w 1108502"/>
              <a:gd name="connsiteY19" fmla="*/ 1247 h 364097"/>
              <a:gd name="connsiteX20" fmla="*/ 480060 w 1108502"/>
              <a:gd name="connsiteY20" fmla="*/ 1247 h 364097"/>
              <a:gd name="connsiteX21" fmla="*/ 447640 w 1108502"/>
              <a:gd name="connsiteY21" fmla="*/ 33666 h 364097"/>
              <a:gd name="connsiteX22" fmla="*/ 480060 w 1108502"/>
              <a:gd name="connsiteY22" fmla="*/ 66086 h 364097"/>
              <a:gd name="connsiteX23" fmla="*/ 512480 w 1108502"/>
              <a:gd name="connsiteY23" fmla="*/ 33666 h 364097"/>
              <a:gd name="connsiteX24" fmla="*/ 480060 w 1108502"/>
              <a:gd name="connsiteY24" fmla="*/ 1247 h 364097"/>
              <a:gd name="connsiteX25" fmla="*/ 628442 w 1108502"/>
              <a:gd name="connsiteY25" fmla="*/ 1247 h 364097"/>
              <a:gd name="connsiteX26" fmla="*/ 596022 w 1108502"/>
              <a:gd name="connsiteY26" fmla="*/ 33666 h 364097"/>
              <a:gd name="connsiteX27" fmla="*/ 628442 w 1108502"/>
              <a:gd name="connsiteY27" fmla="*/ 66086 h 364097"/>
              <a:gd name="connsiteX28" fmla="*/ 660862 w 1108502"/>
              <a:gd name="connsiteY28" fmla="*/ 33666 h 364097"/>
              <a:gd name="connsiteX29" fmla="*/ 628442 w 1108502"/>
              <a:gd name="connsiteY29" fmla="*/ 1247 h 364097"/>
              <a:gd name="connsiteX30" fmla="*/ 778071 w 1108502"/>
              <a:gd name="connsiteY30" fmla="*/ 1247 h 364097"/>
              <a:gd name="connsiteX31" fmla="*/ 745652 w 1108502"/>
              <a:gd name="connsiteY31" fmla="*/ 33666 h 364097"/>
              <a:gd name="connsiteX32" fmla="*/ 778071 w 1108502"/>
              <a:gd name="connsiteY32" fmla="*/ 66086 h 364097"/>
              <a:gd name="connsiteX33" fmla="*/ 810491 w 1108502"/>
              <a:gd name="connsiteY33" fmla="*/ 33666 h 364097"/>
              <a:gd name="connsiteX34" fmla="*/ 778071 w 1108502"/>
              <a:gd name="connsiteY34" fmla="*/ 1247 h 364097"/>
              <a:gd name="connsiteX35" fmla="*/ 926453 w 1108502"/>
              <a:gd name="connsiteY35" fmla="*/ 1247 h 364097"/>
              <a:gd name="connsiteX36" fmla="*/ 894034 w 1108502"/>
              <a:gd name="connsiteY36" fmla="*/ 33666 h 364097"/>
              <a:gd name="connsiteX37" fmla="*/ 926453 w 1108502"/>
              <a:gd name="connsiteY37" fmla="*/ 66086 h 364097"/>
              <a:gd name="connsiteX38" fmla="*/ 958873 w 1108502"/>
              <a:gd name="connsiteY38" fmla="*/ 33666 h 364097"/>
              <a:gd name="connsiteX39" fmla="*/ 926453 w 1108502"/>
              <a:gd name="connsiteY39" fmla="*/ 1247 h 364097"/>
              <a:gd name="connsiteX40" fmla="*/ 1076082 w 1108502"/>
              <a:gd name="connsiteY40" fmla="*/ 1247 h 364097"/>
              <a:gd name="connsiteX41" fmla="*/ 1043663 w 1108502"/>
              <a:gd name="connsiteY41" fmla="*/ 33666 h 364097"/>
              <a:gd name="connsiteX42" fmla="*/ 1076082 w 1108502"/>
              <a:gd name="connsiteY42" fmla="*/ 66086 h 364097"/>
              <a:gd name="connsiteX43" fmla="*/ 1108503 w 1108502"/>
              <a:gd name="connsiteY43" fmla="*/ 33666 h 364097"/>
              <a:gd name="connsiteX44" fmla="*/ 1076082 w 1108502"/>
              <a:gd name="connsiteY44" fmla="*/ 1247 h 364097"/>
              <a:gd name="connsiteX45" fmla="*/ 180802 w 1108502"/>
              <a:gd name="connsiteY45" fmla="*/ 149629 h 364097"/>
              <a:gd name="connsiteX46" fmla="*/ 148382 w 1108502"/>
              <a:gd name="connsiteY46" fmla="*/ 182048 h 364097"/>
              <a:gd name="connsiteX47" fmla="*/ 180802 w 1108502"/>
              <a:gd name="connsiteY47" fmla="*/ 214468 h 364097"/>
              <a:gd name="connsiteX48" fmla="*/ 213222 w 1108502"/>
              <a:gd name="connsiteY48" fmla="*/ 182048 h 364097"/>
              <a:gd name="connsiteX49" fmla="*/ 180802 w 1108502"/>
              <a:gd name="connsiteY49" fmla="*/ 149629 h 364097"/>
              <a:gd name="connsiteX50" fmla="*/ 330431 w 1108502"/>
              <a:gd name="connsiteY50" fmla="*/ 149629 h 364097"/>
              <a:gd name="connsiteX51" fmla="*/ 298011 w 1108502"/>
              <a:gd name="connsiteY51" fmla="*/ 182048 h 364097"/>
              <a:gd name="connsiteX52" fmla="*/ 330431 w 1108502"/>
              <a:gd name="connsiteY52" fmla="*/ 214468 h 364097"/>
              <a:gd name="connsiteX53" fmla="*/ 362851 w 1108502"/>
              <a:gd name="connsiteY53" fmla="*/ 182048 h 364097"/>
              <a:gd name="connsiteX54" fmla="*/ 330431 w 1108502"/>
              <a:gd name="connsiteY54" fmla="*/ 149629 h 364097"/>
              <a:gd name="connsiteX55" fmla="*/ 480060 w 1108502"/>
              <a:gd name="connsiteY55" fmla="*/ 149629 h 364097"/>
              <a:gd name="connsiteX56" fmla="*/ 447640 w 1108502"/>
              <a:gd name="connsiteY56" fmla="*/ 182048 h 364097"/>
              <a:gd name="connsiteX57" fmla="*/ 480060 w 1108502"/>
              <a:gd name="connsiteY57" fmla="*/ 214468 h 364097"/>
              <a:gd name="connsiteX58" fmla="*/ 512480 w 1108502"/>
              <a:gd name="connsiteY58" fmla="*/ 182048 h 364097"/>
              <a:gd name="connsiteX59" fmla="*/ 480060 w 1108502"/>
              <a:gd name="connsiteY59" fmla="*/ 149629 h 364097"/>
              <a:gd name="connsiteX60" fmla="*/ 628442 w 1108502"/>
              <a:gd name="connsiteY60" fmla="*/ 149629 h 364097"/>
              <a:gd name="connsiteX61" fmla="*/ 596022 w 1108502"/>
              <a:gd name="connsiteY61" fmla="*/ 182048 h 364097"/>
              <a:gd name="connsiteX62" fmla="*/ 628442 w 1108502"/>
              <a:gd name="connsiteY62" fmla="*/ 214468 h 364097"/>
              <a:gd name="connsiteX63" fmla="*/ 660862 w 1108502"/>
              <a:gd name="connsiteY63" fmla="*/ 182048 h 364097"/>
              <a:gd name="connsiteX64" fmla="*/ 628442 w 1108502"/>
              <a:gd name="connsiteY64" fmla="*/ 149629 h 364097"/>
              <a:gd name="connsiteX65" fmla="*/ 778071 w 1108502"/>
              <a:gd name="connsiteY65" fmla="*/ 149629 h 364097"/>
              <a:gd name="connsiteX66" fmla="*/ 745652 w 1108502"/>
              <a:gd name="connsiteY66" fmla="*/ 182048 h 364097"/>
              <a:gd name="connsiteX67" fmla="*/ 778071 w 1108502"/>
              <a:gd name="connsiteY67" fmla="*/ 214468 h 364097"/>
              <a:gd name="connsiteX68" fmla="*/ 810491 w 1108502"/>
              <a:gd name="connsiteY68" fmla="*/ 182048 h 364097"/>
              <a:gd name="connsiteX69" fmla="*/ 778071 w 1108502"/>
              <a:gd name="connsiteY69" fmla="*/ 149629 h 364097"/>
              <a:gd name="connsiteX70" fmla="*/ 926453 w 1108502"/>
              <a:gd name="connsiteY70" fmla="*/ 149629 h 364097"/>
              <a:gd name="connsiteX71" fmla="*/ 894034 w 1108502"/>
              <a:gd name="connsiteY71" fmla="*/ 182048 h 364097"/>
              <a:gd name="connsiteX72" fmla="*/ 926453 w 1108502"/>
              <a:gd name="connsiteY72" fmla="*/ 214468 h 364097"/>
              <a:gd name="connsiteX73" fmla="*/ 958873 w 1108502"/>
              <a:gd name="connsiteY73" fmla="*/ 182048 h 364097"/>
              <a:gd name="connsiteX74" fmla="*/ 926453 w 1108502"/>
              <a:gd name="connsiteY74" fmla="*/ 149629 h 364097"/>
              <a:gd name="connsiteX75" fmla="*/ 1076082 w 1108502"/>
              <a:gd name="connsiteY75" fmla="*/ 149629 h 364097"/>
              <a:gd name="connsiteX76" fmla="*/ 1043663 w 1108502"/>
              <a:gd name="connsiteY76" fmla="*/ 182048 h 364097"/>
              <a:gd name="connsiteX77" fmla="*/ 1076082 w 1108502"/>
              <a:gd name="connsiteY77" fmla="*/ 214468 h 364097"/>
              <a:gd name="connsiteX78" fmla="*/ 1108503 w 1108502"/>
              <a:gd name="connsiteY78" fmla="*/ 182048 h 364097"/>
              <a:gd name="connsiteX79" fmla="*/ 1076082 w 1108502"/>
              <a:gd name="connsiteY79" fmla="*/ 149629 h 364097"/>
              <a:gd name="connsiteX80" fmla="*/ 32420 w 1108502"/>
              <a:gd name="connsiteY80" fmla="*/ 299258 h 364097"/>
              <a:gd name="connsiteX81" fmla="*/ 0 w 1108502"/>
              <a:gd name="connsiteY81" fmla="*/ 331678 h 364097"/>
              <a:gd name="connsiteX82" fmla="*/ 32420 w 1108502"/>
              <a:gd name="connsiteY82" fmla="*/ 364097 h 364097"/>
              <a:gd name="connsiteX83" fmla="*/ 64839 w 1108502"/>
              <a:gd name="connsiteY83" fmla="*/ 331678 h 364097"/>
              <a:gd name="connsiteX84" fmla="*/ 32420 w 1108502"/>
              <a:gd name="connsiteY84" fmla="*/ 299258 h 364097"/>
              <a:gd name="connsiteX85" fmla="*/ 180802 w 1108502"/>
              <a:gd name="connsiteY85" fmla="*/ 299258 h 364097"/>
              <a:gd name="connsiteX86" fmla="*/ 148382 w 1108502"/>
              <a:gd name="connsiteY86" fmla="*/ 331678 h 364097"/>
              <a:gd name="connsiteX87" fmla="*/ 180802 w 1108502"/>
              <a:gd name="connsiteY87" fmla="*/ 364097 h 364097"/>
              <a:gd name="connsiteX88" fmla="*/ 213222 w 1108502"/>
              <a:gd name="connsiteY88" fmla="*/ 331678 h 364097"/>
              <a:gd name="connsiteX89" fmla="*/ 180802 w 1108502"/>
              <a:gd name="connsiteY89" fmla="*/ 299258 h 364097"/>
              <a:gd name="connsiteX90" fmla="*/ 330431 w 1108502"/>
              <a:gd name="connsiteY90" fmla="*/ 299258 h 364097"/>
              <a:gd name="connsiteX91" fmla="*/ 298011 w 1108502"/>
              <a:gd name="connsiteY91" fmla="*/ 331678 h 364097"/>
              <a:gd name="connsiteX92" fmla="*/ 330431 w 1108502"/>
              <a:gd name="connsiteY92" fmla="*/ 364097 h 364097"/>
              <a:gd name="connsiteX93" fmla="*/ 362851 w 1108502"/>
              <a:gd name="connsiteY93" fmla="*/ 331678 h 364097"/>
              <a:gd name="connsiteX94" fmla="*/ 330431 w 1108502"/>
              <a:gd name="connsiteY94" fmla="*/ 299258 h 364097"/>
              <a:gd name="connsiteX95" fmla="*/ 480060 w 1108502"/>
              <a:gd name="connsiteY95" fmla="*/ 299258 h 364097"/>
              <a:gd name="connsiteX96" fmla="*/ 447640 w 1108502"/>
              <a:gd name="connsiteY96" fmla="*/ 331678 h 364097"/>
              <a:gd name="connsiteX97" fmla="*/ 480060 w 1108502"/>
              <a:gd name="connsiteY97" fmla="*/ 364097 h 364097"/>
              <a:gd name="connsiteX98" fmla="*/ 512480 w 1108502"/>
              <a:gd name="connsiteY98" fmla="*/ 331678 h 364097"/>
              <a:gd name="connsiteX99" fmla="*/ 480060 w 1108502"/>
              <a:gd name="connsiteY99" fmla="*/ 299258 h 364097"/>
              <a:gd name="connsiteX100" fmla="*/ 628442 w 1108502"/>
              <a:gd name="connsiteY100" fmla="*/ 299258 h 364097"/>
              <a:gd name="connsiteX101" fmla="*/ 596022 w 1108502"/>
              <a:gd name="connsiteY101" fmla="*/ 331678 h 364097"/>
              <a:gd name="connsiteX102" fmla="*/ 628442 w 1108502"/>
              <a:gd name="connsiteY102" fmla="*/ 364097 h 364097"/>
              <a:gd name="connsiteX103" fmla="*/ 660862 w 1108502"/>
              <a:gd name="connsiteY103" fmla="*/ 331678 h 364097"/>
              <a:gd name="connsiteX104" fmla="*/ 628442 w 1108502"/>
              <a:gd name="connsiteY104" fmla="*/ 299258 h 364097"/>
              <a:gd name="connsiteX105" fmla="*/ 778071 w 1108502"/>
              <a:gd name="connsiteY105" fmla="*/ 299258 h 364097"/>
              <a:gd name="connsiteX106" fmla="*/ 745652 w 1108502"/>
              <a:gd name="connsiteY106" fmla="*/ 331678 h 364097"/>
              <a:gd name="connsiteX107" fmla="*/ 778071 w 1108502"/>
              <a:gd name="connsiteY107" fmla="*/ 364097 h 364097"/>
              <a:gd name="connsiteX108" fmla="*/ 810491 w 1108502"/>
              <a:gd name="connsiteY108" fmla="*/ 331678 h 364097"/>
              <a:gd name="connsiteX109" fmla="*/ 778071 w 1108502"/>
              <a:gd name="connsiteY109" fmla="*/ 299258 h 364097"/>
              <a:gd name="connsiteX110" fmla="*/ 926453 w 1108502"/>
              <a:gd name="connsiteY110" fmla="*/ 299258 h 364097"/>
              <a:gd name="connsiteX111" fmla="*/ 894034 w 1108502"/>
              <a:gd name="connsiteY111" fmla="*/ 331678 h 364097"/>
              <a:gd name="connsiteX112" fmla="*/ 926453 w 1108502"/>
              <a:gd name="connsiteY112" fmla="*/ 364097 h 364097"/>
              <a:gd name="connsiteX113" fmla="*/ 958873 w 1108502"/>
              <a:gd name="connsiteY113" fmla="*/ 331678 h 364097"/>
              <a:gd name="connsiteX114" fmla="*/ 926453 w 1108502"/>
              <a:gd name="connsiteY114" fmla="*/ 299258 h 364097"/>
              <a:gd name="connsiteX115" fmla="*/ 1076082 w 1108502"/>
              <a:gd name="connsiteY115" fmla="*/ 299258 h 364097"/>
              <a:gd name="connsiteX116" fmla="*/ 1043663 w 1108502"/>
              <a:gd name="connsiteY116" fmla="*/ 331678 h 364097"/>
              <a:gd name="connsiteX117" fmla="*/ 1076082 w 1108502"/>
              <a:gd name="connsiteY117" fmla="*/ 364097 h 364097"/>
              <a:gd name="connsiteX118" fmla="*/ 1108503 w 1108502"/>
              <a:gd name="connsiteY118" fmla="*/ 331678 h 364097"/>
              <a:gd name="connsiteX119" fmla="*/ 1076082 w 1108502"/>
              <a:gd name="connsiteY119" fmla="*/ 299258 h 364097"/>
            </a:gdLst>
            <a:ahLst/>
            <a:cxnLst/>
            <a:rect l="l" t="t" r="r" b="b"/>
            <a:pathLst>
              <a:path w="1108502" h="364097">
                <a:moveTo>
                  <a:pt x="64839" y="32419"/>
                </a:moveTo>
                <a:cubicBezTo>
                  <a:pt x="64839" y="49876"/>
                  <a:pt x="49876" y="64839"/>
                  <a:pt x="32420" y="64839"/>
                </a:cubicBezTo>
                <a:cubicBezTo>
                  <a:pt x="14963" y="64839"/>
                  <a:pt x="0" y="49876"/>
                  <a:pt x="0" y="32419"/>
                </a:cubicBezTo>
                <a:cubicBezTo>
                  <a:pt x="0" y="14963"/>
                  <a:pt x="14963" y="0"/>
                  <a:pt x="32420" y="0"/>
                </a:cubicBezTo>
                <a:cubicBezTo>
                  <a:pt x="49876" y="1247"/>
                  <a:pt x="64839" y="14963"/>
                  <a:pt x="64839" y="32419"/>
                </a:cubicBezTo>
                <a:close/>
                <a:moveTo>
                  <a:pt x="180802" y="1247"/>
                </a:moveTo>
                <a:cubicBezTo>
                  <a:pt x="163345" y="1247"/>
                  <a:pt x="148382" y="16210"/>
                  <a:pt x="148382" y="33666"/>
                </a:cubicBezTo>
                <a:cubicBezTo>
                  <a:pt x="148382" y="51123"/>
                  <a:pt x="163345" y="66086"/>
                  <a:pt x="180802" y="66086"/>
                </a:cubicBezTo>
                <a:cubicBezTo>
                  <a:pt x="198258" y="66086"/>
                  <a:pt x="213222" y="51123"/>
                  <a:pt x="213222" y="33666"/>
                </a:cubicBezTo>
                <a:cubicBezTo>
                  <a:pt x="213222" y="14963"/>
                  <a:pt x="199505" y="1247"/>
                  <a:pt x="180802" y="1247"/>
                </a:cubicBezTo>
                <a:close/>
                <a:moveTo>
                  <a:pt x="64839" y="182048"/>
                </a:moveTo>
                <a:cubicBezTo>
                  <a:pt x="64839" y="164592"/>
                  <a:pt x="49876" y="149629"/>
                  <a:pt x="32420" y="149629"/>
                </a:cubicBezTo>
                <a:cubicBezTo>
                  <a:pt x="14963" y="149629"/>
                  <a:pt x="0" y="164592"/>
                  <a:pt x="0" y="182048"/>
                </a:cubicBezTo>
                <a:cubicBezTo>
                  <a:pt x="0" y="199505"/>
                  <a:pt x="14963" y="214468"/>
                  <a:pt x="32420" y="214468"/>
                </a:cubicBezTo>
                <a:cubicBezTo>
                  <a:pt x="49876" y="214468"/>
                  <a:pt x="64839" y="199505"/>
                  <a:pt x="64839" y="182048"/>
                </a:cubicBezTo>
                <a:close/>
                <a:moveTo>
                  <a:pt x="330431" y="1247"/>
                </a:moveTo>
                <a:cubicBezTo>
                  <a:pt x="312974" y="1247"/>
                  <a:pt x="298011" y="16210"/>
                  <a:pt x="298011" y="33666"/>
                </a:cubicBezTo>
                <a:cubicBezTo>
                  <a:pt x="298011" y="51123"/>
                  <a:pt x="312974" y="66086"/>
                  <a:pt x="330431" y="66086"/>
                </a:cubicBezTo>
                <a:cubicBezTo>
                  <a:pt x="347888" y="66086"/>
                  <a:pt x="362851" y="51123"/>
                  <a:pt x="362851" y="33666"/>
                </a:cubicBezTo>
                <a:cubicBezTo>
                  <a:pt x="362851" y="14963"/>
                  <a:pt x="347888" y="1247"/>
                  <a:pt x="330431" y="1247"/>
                </a:cubicBezTo>
                <a:close/>
                <a:moveTo>
                  <a:pt x="480060" y="1247"/>
                </a:moveTo>
                <a:cubicBezTo>
                  <a:pt x="462603" y="1247"/>
                  <a:pt x="447640" y="16210"/>
                  <a:pt x="447640" y="33666"/>
                </a:cubicBezTo>
                <a:cubicBezTo>
                  <a:pt x="447640" y="51123"/>
                  <a:pt x="462603" y="66086"/>
                  <a:pt x="480060" y="66086"/>
                </a:cubicBezTo>
                <a:cubicBezTo>
                  <a:pt x="497517" y="66086"/>
                  <a:pt x="512480" y="51123"/>
                  <a:pt x="512480" y="33666"/>
                </a:cubicBezTo>
                <a:cubicBezTo>
                  <a:pt x="511233" y="14963"/>
                  <a:pt x="497517" y="1247"/>
                  <a:pt x="480060" y="1247"/>
                </a:cubicBezTo>
                <a:close/>
                <a:moveTo>
                  <a:pt x="628442" y="1247"/>
                </a:moveTo>
                <a:cubicBezTo>
                  <a:pt x="610985" y="1247"/>
                  <a:pt x="596022" y="16210"/>
                  <a:pt x="596022" y="33666"/>
                </a:cubicBezTo>
                <a:cubicBezTo>
                  <a:pt x="596022" y="51123"/>
                  <a:pt x="610985" y="66086"/>
                  <a:pt x="628442" y="66086"/>
                </a:cubicBezTo>
                <a:cubicBezTo>
                  <a:pt x="645899" y="66086"/>
                  <a:pt x="660862" y="51123"/>
                  <a:pt x="660862" y="33666"/>
                </a:cubicBezTo>
                <a:cubicBezTo>
                  <a:pt x="660862" y="14963"/>
                  <a:pt x="645899" y="1247"/>
                  <a:pt x="628442" y="1247"/>
                </a:cubicBezTo>
                <a:close/>
                <a:moveTo>
                  <a:pt x="778071" y="1247"/>
                </a:moveTo>
                <a:cubicBezTo>
                  <a:pt x="760615" y="1247"/>
                  <a:pt x="745652" y="16210"/>
                  <a:pt x="745652" y="33666"/>
                </a:cubicBezTo>
                <a:cubicBezTo>
                  <a:pt x="745652" y="51123"/>
                  <a:pt x="760615" y="66086"/>
                  <a:pt x="778071" y="66086"/>
                </a:cubicBezTo>
                <a:cubicBezTo>
                  <a:pt x="795528" y="66086"/>
                  <a:pt x="810491" y="51123"/>
                  <a:pt x="810491" y="33666"/>
                </a:cubicBezTo>
                <a:cubicBezTo>
                  <a:pt x="809244" y="14963"/>
                  <a:pt x="795528" y="1247"/>
                  <a:pt x="778071" y="1247"/>
                </a:cubicBezTo>
                <a:close/>
                <a:moveTo>
                  <a:pt x="926453" y="1247"/>
                </a:moveTo>
                <a:cubicBezTo>
                  <a:pt x="908997" y="1247"/>
                  <a:pt x="894034" y="16210"/>
                  <a:pt x="894034" y="33666"/>
                </a:cubicBezTo>
                <a:cubicBezTo>
                  <a:pt x="894034" y="51123"/>
                  <a:pt x="908997" y="66086"/>
                  <a:pt x="926453" y="66086"/>
                </a:cubicBezTo>
                <a:cubicBezTo>
                  <a:pt x="943910" y="66086"/>
                  <a:pt x="958873" y="51123"/>
                  <a:pt x="958873" y="33666"/>
                </a:cubicBezTo>
                <a:cubicBezTo>
                  <a:pt x="958873" y="14963"/>
                  <a:pt x="943910" y="1247"/>
                  <a:pt x="926453" y="1247"/>
                </a:cubicBezTo>
                <a:close/>
                <a:moveTo>
                  <a:pt x="1076082" y="1247"/>
                </a:moveTo>
                <a:cubicBezTo>
                  <a:pt x="1058626" y="1247"/>
                  <a:pt x="1043663" y="16210"/>
                  <a:pt x="1043663" y="33666"/>
                </a:cubicBezTo>
                <a:cubicBezTo>
                  <a:pt x="1043663" y="51123"/>
                  <a:pt x="1058626" y="66086"/>
                  <a:pt x="1076082" y="66086"/>
                </a:cubicBezTo>
                <a:cubicBezTo>
                  <a:pt x="1093539" y="66086"/>
                  <a:pt x="1108503" y="51123"/>
                  <a:pt x="1108503" y="33666"/>
                </a:cubicBezTo>
                <a:cubicBezTo>
                  <a:pt x="1107255" y="14963"/>
                  <a:pt x="1093539" y="1247"/>
                  <a:pt x="1076082" y="1247"/>
                </a:cubicBezTo>
                <a:close/>
                <a:moveTo>
                  <a:pt x="180802" y="149629"/>
                </a:moveTo>
                <a:cubicBezTo>
                  <a:pt x="163345" y="149629"/>
                  <a:pt x="148382" y="164592"/>
                  <a:pt x="148382" y="182048"/>
                </a:cubicBezTo>
                <a:cubicBezTo>
                  <a:pt x="148382" y="199505"/>
                  <a:pt x="163345" y="214468"/>
                  <a:pt x="180802" y="214468"/>
                </a:cubicBezTo>
                <a:cubicBezTo>
                  <a:pt x="198258" y="214468"/>
                  <a:pt x="213222" y="199505"/>
                  <a:pt x="213222" y="182048"/>
                </a:cubicBezTo>
                <a:cubicBezTo>
                  <a:pt x="213222" y="164592"/>
                  <a:pt x="199505" y="149629"/>
                  <a:pt x="180802" y="149629"/>
                </a:cubicBezTo>
                <a:close/>
                <a:moveTo>
                  <a:pt x="330431" y="149629"/>
                </a:moveTo>
                <a:cubicBezTo>
                  <a:pt x="312974" y="149629"/>
                  <a:pt x="298011" y="164592"/>
                  <a:pt x="298011" y="182048"/>
                </a:cubicBezTo>
                <a:cubicBezTo>
                  <a:pt x="298011" y="199505"/>
                  <a:pt x="312974" y="214468"/>
                  <a:pt x="330431" y="214468"/>
                </a:cubicBezTo>
                <a:cubicBezTo>
                  <a:pt x="347888" y="214468"/>
                  <a:pt x="362851" y="199505"/>
                  <a:pt x="362851" y="182048"/>
                </a:cubicBezTo>
                <a:cubicBezTo>
                  <a:pt x="362851" y="164592"/>
                  <a:pt x="347888" y="149629"/>
                  <a:pt x="330431" y="149629"/>
                </a:cubicBezTo>
                <a:close/>
                <a:moveTo>
                  <a:pt x="480060" y="149629"/>
                </a:moveTo>
                <a:cubicBezTo>
                  <a:pt x="462603" y="149629"/>
                  <a:pt x="447640" y="164592"/>
                  <a:pt x="447640" y="182048"/>
                </a:cubicBezTo>
                <a:cubicBezTo>
                  <a:pt x="447640" y="199505"/>
                  <a:pt x="462603" y="214468"/>
                  <a:pt x="480060" y="214468"/>
                </a:cubicBezTo>
                <a:cubicBezTo>
                  <a:pt x="497517" y="214468"/>
                  <a:pt x="512480" y="199505"/>
                  <a:pt x="512480" y="182048"/>
                </a:cubicBezTo>
                <a:cubicBezTo>
                  <a:pt x="512480" y="164592"/>
                  <a:pt x="497517" y="149629"/>
                  <a:pt x="480060" y="149629"/>
                </a:cubicBezTo>
                <a:close/>
                <a:moveTo>
                  <a:pt x="628442" y="149629"/>
                </a:moveTo>
                <a:cubicBezTo>
                  <a:pt x="610985" y="149629"/>
                  <a:pt x="596022" y="164592"/>
                  <a:pt x="596022" y="182048"/>
                </a:cubicBezTo>
                <a:cubicBezTo>
                  <a:pt x="596022" y="199505"/>
                  <a:pt x="610985" y="214468"/>
                  <a:pt x="628442" y="214468"/>
                </a:cubicBezTo>
                <a:cubicBezTo>
                  <a:pt x="645899" y="214468"/>
                  <a:pt x="660862" y="199505"/>
                  <a:pt x="660862" y="182048"/>
                </a:cubicBezTo>
                <a:cubicBezTo>
                  <a:pt x="660862" y="164592"/>
                  <a:pt x="645899" y="149629"/>
                  <a:pt x="628442" y="149629"/>
                </a:cubicBezTo>
                <a:close/>
                <a:moveTo>
                  <a:pt x="778071" y="149629"/>
                </a:moveTo>
                <a:cubicBezTo>
                  <a:pt x="760615" y="149629"/>
                  <a:pt x="745652" y="164592"/>
                  <a:pt x="745652" y="182048"/>
                </a:cubicBezTo>
                <a:cubicBezTo>
                  <a:pt x="745652" y="199505"/>
                  <a:pt x="760615" y="214468"/>
                  <a:pt x="778071" y="214468"/>
                </a:cubicBezTo>
                <a:cubicBezTo>
                  <a:pt x="795528" y="214468"/>
                  <a:pt x="810491" y="199505"/>
                  <a:pt x="810491" y="182048"/>
                </a:cubicBezTo>
                <a:cubicBezTo>
                  <a:pt x="810491" y="164592"/>
                  <a:pt x="795528" y="149629"/>
                  <a:pt x="778071" y="149629"/>
                </a:cubicBezTo>
                <a:close/>
                <a:moveTo>
                  <a:pt x="926453" y="149629"/>
                </a:moveTo>
                <a:cubicBezTo>
                  <a:pt x="908997" y="149629"/>
                  <a:pt x="894034" y="164592"/>
                  <a:pt x="894034" y="182048"/>
                </a:cubicBezTo>
                <a:cubicBezTo>
                  <a:pt x="894034" y="199505"/>
                  <a:pt x="908997" y="214468"/>
                  <a:pt x="926453" y="214468"/>
                </a:cubicBezTo>
                <a:cubicBezTo>
                  <a:pt x="943910" y="214468"/>
                  <a:pt x="958873" y="199505"/>
                  <a:pt x="958873" y="182048"/>
                </a:cubicBezTo>
                <a:cubicBezTo>
                  <a:pt x="958873" y="164592"/>
                  <a:pt x="943910" y="149629"/>
                  <a:pt x="926453" y="149629"/>
                </a:cubicBezTo>
                <a:close/>
                <a:moveTo>
                  <a:pt x="1076082" y="149629"/>
                </a:moveTo>
                <a:cubicBezTo>
                  <a:pt x="1058626" y="149629"/>
                  <a:pt x="1043663" y="164592"/>
                  <a:pt x="1043663" y="182048"/>
                </a:cubicBezTo>
                <a:cubicBezTo>
                  <a:pt x="1043663" y="199505"/>
                  <a:pt x="1058626" y="214468"/>
                  <a:pt x="1076082" y="214468"/>
                </a:cubicBezTo>
                <a:cubicBezTo>
                  <a:pt x="1093539" y="214468"/>
                  <a:pt x="1108503" y="199505"/>
                  <a:pt x="1108503" y="182048"/>
                </a:cubicBezTo>
                <a:cubicBezTo>
                  <a:pt x="1108503" y="164592"/>
                  <a:pt x="1093539" y="149629"/>
                  <a:pt x="1076082" y="149629"/>
                </a:cubicBezTo>
                <a:close/>
                <a:moveTo>
                  <a:pt x="32420" y="299258"/>
                </a:moveTo>
                <a:cubicBezTo>
                  <a:pt x="14963" y="299258"/>
                  <a:pt x="0" y="314221"/>
                  <a:pt x="0" y="331678"/>
                </a:cubicBezTo>
                <a:cubicBezTo>
                  <a:pt x="0" y="349135"/>
                  <a:pt x="14963" y="364097"/>
                  <a:pt x="32420" y="364097"/>
                </a:cubicBezTo>
                <a:cubicBezTo>
                  <a:pt x="49876" y="364097"/>
                  <a:pt x="64839" y="349135"/>
                  <a:pt x="64839" y="331678"/>
                </a:cubicBezTo>
                <a:cubicBezTo>
                  <a:pt x="64839" y="314221"/>
                  <a:pt x="49876" y="299258"/>
                  <a:pt x="32420" y="299258"/>
                </a:cubicBezTo>
                <a:close/>
                <a:moveTo>
                  <a:pt x="180802" y="299258"/>
                </a:moveTo>
                <a:cubicBezTo>
                  <a:pt x="163345" y="299258"/>
                  <a:pt x="148382" y="314221"/>
                  <a:pt x="148382" y="331678"/>
                </a:cubicBezTo>
                <a:cubicBezTo>
                  <a:pt x="148382" y="349135"/>
                  <a:pt x="163345" y="364097"/>
                  <a:pt x="180802" y="364097"/>
                </a:cubicBezTo>
                <a:cubicBezTo>
                  <a:pt x="198258" y="364097"/>
                  <a:pt x="213222" y="349135"/>
                  <a:pt x="213222" y="331678"/>
                </a:cubicBezTo>
                <a:cubicBezTo>
                  <a:pt x="213222" y="314221"/>
                  <a:pt x="199505" y="299258"/>
                  <a:pt x="180802" y="299258"/>
                </a:cubicBezTo>
                <a:close/>
                <a:moveTo>
                  <a:pt x="330431" y="299258"/>
                </a:moveTo>
                <a:cubicBezTo>
                  <a:pt x="312974" y="299258"/>
                  <a:pt x="298011" y="314221"/>
                  <a:pt x="298011" y="331678"/>
                </a:cubicBezTo>
                <a:cubicBezTo>
                  <a:pt x="298011" y="349135"/>
                  <a:pt x="312974" y="364097"/>
                  <a:pt x="330431" y="364097"/>
                </a:cubicBezTo>
                <a:cubicBezTo>
                  <a:pt x="347888" y="364097"/>
                  <a:pt x="362851" y="349135"/>
                  <a:pt x="362851" y="331678"/>
                </a:cubicBezTo>
                <a:cubicBezTo>
                  <a:pt x="362851" y="314221"/>
                  <a:pt x="347888" y="299258"/>
                  <a:pt x="330431" y="299258"/>
                </a:cubicBezTo>
                <a:close/>
                <a:moveTo>
                  <a:pt x="480060" y="299258"/>
                </a:moveTo>
                <a:cubicBezTo>
                  <a:pt x="462603" y="299258"/>
                  <a:pt x="447640" y="314221"/>
                  <a:pt x="447640" y="331678"/>
                </a:cubicBezTo>
                <a:cubicBezTo>
                  <a:pt x="447640" y="349135"/>
                  <a:pt x="462603" y="364097"/>
                  <a:pt x="480060" y="364097"/>
                </a:cubicBezTo>
                <a:cubicBezTo>
                  <a:pt x="497517" y="364097"/>
                  <a:pt x="512480" y="349135"/>
                  <a:pt x="512480" y="331678"/>
                </a:cubicBezTo>
                <a:cubicBezTo>
                  <a:pt x="512480" y="314221"/>
                  <a:pt x="497517" y="299258"/>
                  <a:pt x="480060" y="299258"/>
                </a:cubicBezTo>
                <a:close/>
                <a:moveTo>
                  <a:pt x="628442" y="299258"/>
                </a:moveTo>
                <a:cubicBezTo>
                  <a:pt x="610985" y="299258"/>
                  <a:pt x="596022" y="314221"/>
                  <a:pt x="596022" y="331678"/>
                </a:cubicBezTo>
                <a:cubicBezTo>
                  <a:pt x="596022" y="349135"/>
                  <a:pt x="610985" y="364097"/>
                  <a:pt x="628442" y="364097"/>
                </a:cubicBezTo>
                <a:cubicBezTo>
                  <a:pt x="645899" y="364097"/>
                  <a:pt x="660862" y="349135"/>
                  <a:pt x="660862" y="331678"/>
                </a:cubicBezTo>
                <a:cubicBezTo>
                  <a:pt x="660862" y="314221"/>
                  <a:pt x="645899" y="299258"/>
                  <a:pt x="628442" y="299258"/>
                </a:cubicBezTo>
                <a:close/>
                <a:moveTo>
                  <a:pt x="778071" y="299258"/>
                </a:moveTo>
                <a:cubicBezTo>
                  <a:pt x="760615" y="299258"/>
                  <a:pt x="745652" y="314221"/>
                  <a:pt x="745652" y="331678"/>
                </a:cubicBezTo>
                <a:cubicBezTo>
                  <a:pt x="745652" y="349135"/>
                  <a:pt x="760615" y="364097"/>
                  <a:pt x="778071" y="364097"/>
                </a:cubicBezTo>
                <a:cubicBezTo>
                  <a:pt x="795528" y="364097"/>
                  <a:pt x="810491" y="349135"/>
                  <a:pt x="810491" y="331678"/>
                </a:cubicBezTo>
                <a:cubicBezTo>
                  <a:pt x="810491" y="314221"/>
                  <a:pt x="795528" y="299258"/>
                  <a:pt x="778071" y="299258"/>
                </a:cubicBezTo>
                <a:close/>
                <a:moveTo>
                  <a:pt x="926453" y="299258"/>
                </a:moveTo>
                <a:cubicBezTo>
                  <a:pt x="908997" y="299258"/>
                  <a:pt x="894034" y="314221"/>
                  <a:pt x="894034" y="331678"/>
                </a:cubicBezTo>
                <a:cubicBezTo>
                  <a:pt x="894034" y="349135"/>
                  <a:pt x="908997" y="364097"/>
                  <a:pt x="926453" y="364097"/>
                </a:cubicBezTo>
                <a:cubicBezTo>
                  <a:pt x="943910" y="364097"/>
                  <a:pt x="958873" y="349135"/>
                  <a:pt x="958873" y="331678"/>
                </a:cubicBezTo>
                <a:cubicBezTo>
                  <a:pt x="958873" y="314221"/>
                  <a:pt x="943910" y="299258"/>
                  <a:pt x="926453" y="299258"/>
                </a:cubicBezTo>
                <a:close/>
                <a:moveTo>
                  <a:pt x="1076082" y="299258"/>
                </a:moveTo>
                <a:cubicBezTo>
                  <a:pt x="1058626" y="299258"/>
                  <a:pt x="1043663" y="314221"/>
                  <a:pt x="1043663" y="331678"/>
                </a:cubicBezTo>
                <a:cubicBezTo>
                  <a:pt x="1043663" y="349135"/>
                  <a:pt x="1058626" y="364097"/>
                  <a:pt x="1076082" y="364097"/>
                </a:cubicBezTo>
                <a:cubicBezTo>
                  <a:pt x="1093539" y="364097"/>
                  <a:pt x="1108503" y="349135"/>
                  <a:pt x="1108503" y="331678"/>
                </a:cubicBezTo>
                <a:cubicBezTo>
                  <a:pt x="1108503" y="314221"/>
                  <a:pt x="1093539" y="299258"/>
                  <a:pt x="1076082" y="299258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0"/>
          </a:gradFill>
          <a:ln w="12468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F48BE195-96BD-2F09-AC82-4FA58AEC16AA}"/>
              </a:ext>
            </a:extLst>
          </p:cNvPr>
          <p:cNvSpPr txBox="1"/>
          <p:nvPr/>
        </p:nvSpPr>
        <p:spPr>
          <a:xfrm flipH="1">
            <a:off x="9995058" y="5639841"/>
            <a:ext cx="1672266" cy="549270"/>
          </a:xfrm>
          <a:custGeom>
            <a:avLst/>
            <a:gdLst>
              <a:gd name="connsiteX0" fmla="*/ 64839 w 1108502"/>
              <a:gd name="connsiteY0" fmla="*/ 32419 h 364097"/>
              <a:gd name="connsiteX1" fmla="*/ 32420 w 1108502"/>
              <a:gd name="connsiteY1" fmla="*/ 64839 h 364097"/>
              <a:gd name="connsiteX2" fmla="*/ 0 w 1108502"/>
              <a:gd name="connsiteY2" fmla="*/ 32419 h 364097"/>
              <a:gd name="connsiteX3" fmla="*/ 32420 w 1108502"/>
              <a:gd name="connsiteY3" fmla="*/ 0 h 364097"/>
              <a:gd name="connsiteX4" fmla="*/ 64839 w 1108502"/>
              <a:gd name="connsiteY4" fmla="*/ 32419 h 364097"/>
              <a:gd name="connsiteX5" fmla="*/ 180802 w 1108502"/>
              <a:gd name="connsiteY5" fmla="*/ 1247 h 364097"/>
              <a:gd name="connsiteX6" fmla="*/ 148382 w 1108502"/>
              <a:gd name="connsiteY6" fmla="*/ 33666 h 364097"/>
              <a:gd name="connsiteX7" fmla="*/ 180802 w 1108502"/>
              <a:gd name="connsiteY7" fmla="*/ 66086 h 364097"/>
              <a:gd name="connsiteX8" fmla="*/ 213222 w 1108502"/>
              <a:gd name="connsiteY8" fmla="*/ 33666 h 364097"/>
              <a:gd name="connsiteX9" fmla="*/ 180802 w 1108502"/>
              <a:gd name="connsiteY9" fmla="*/ 1247 h 364097"/>
              <a:gd name="connsiteX10" fmla="*/ 64839 w 1108502"/>
              <a:gd name="connsiteY10" fmla="*/ 182048 h 364097"/>
              <a:gd name="connsiteX11" fmla="*/ 32420 w 1108502"/>
              <a:gd name="connsiteY11" fmla="*/ 149629 h 364097"/>
              <a:gd name="connsiteX12" fmla="*/ 0 w 1108502"/>
              <a:gd name="connsiteY12" fmla="*/ 182048 h 364097"/>
              <a:gd name="connsiteX13" fmla="*/ 32420 w 1108502"/>
              <a:gd name="connsiteY13" fmla="*/ 214468 h 364097"/>
              <a:gd name="connsiteX14" fmla="*/ 64839 w 1108502"/>
              <a:gd name="connsiteY14" fmla="*/ 182048 h 364097"/>
              <a:gd name="connsiteX15" fmla="*/ 330431 w 1108502"/>
              <a:gd name="connsiteY15" fmla="*/ 1247 h 364097"/>
              <a:gd name="connsiteX16" fmla="*/ 298011 w 1108502"/>
              <a:gd name="connsiteY16" fmla="*/ 33666 h 364097"/>
              <a:gd name="connsiteX17" fmla="*/ 330431 w 1108502"/>
              <a:gd name="connsiteY17" fmla="*/ 66086 h 364097"/>
              <a:gd name="connsiteX18" fmla="*/ 362851 w 1108502"/>
              <a:gd name="connsiteY18" fmla="*/ 33666 h 364097"/>
              <a:gd name="connsiteX19" fmla="*/ 330431 w 1108502"/>
              <a:gd name="connsiteY19" fmla="*/ 1247 h 364097"/>
              <a:gd name="connsiteX20" fmla="*/ 480060 w 1108502"/>
              <a:gd name="connsiteY20" fmla="*/ 1247 h 364097"/>
              <a:gd name="connsiteX21" fmla="*/ 447640 w 1108502"/>
              <a:gd name="connsiteY21" fmla="*/ 33666 h 364097"/>
              <a:gd name="connsiteX22" fmla="*/ 480060 w 1108502"/>
              <a:gd name="connsiteY22" fmla="*/ 66086 h 364097"/>
              <a:gd name="connsiteX23" fmla="*/ 512480 w 1108502"/>
              <a:gd name="connsiteY23" fmla="*/ 33666 h 364097"/>
              <a:gd name="connsiteX24" fmla="*/ 480060 w 1108502"/>
              <a:gd name="connsiteY24" fmla="*/ 1247 h 364097"/>
              <a:gd name="connsiteX25" fmla="*/ 628442 w 1108502"/>
              <a:gd name="connsiteY25" fmla="*/ 1247 h 364097"/>
              <a:gd name="connsiteX26" fmla="*/ 596022 w 1108502"/>
              <a:gd name="connsiteY26" fmla="*/ 33666 h 364097"/>
              <a:gd name="connsiteX27" fmla="*/ 628442 w 1108502"/>
              <a:gd name="connsiteY27" fmla="*/ 66086 h 364097"/>
              <a:gd name="connsiteX28" fmla="*/ 660862 w 1108502"/>
              <a:gd name="connsiteY28" fmla="*/ 33666 h 364097"/>
              <a:gd name="connsiteX29" fmla="*/ 628442 w 1108502"/>
              <a:gd name="connsiteY29" fmla="*/ 1247 h 364097"/>
              <a:gd name="connsiteX30" fmla="*/ 778071 w 1108502"/>
              <a:gd name="connsiteY30" fmla="*/ 1247 h 364097"/>
              <a:gd name="connsiteX31" fmla="*/ 745652 w 1108502"/>
              <a:gd name="connsiteY31" fmla="*/ 33666 h 364097"/>
              <a:gd name="connsiteX32" fmla="*/ 778071 w 1108502"/>
              <a:gd name="connsiteY32" fmla="*/ 66086 h 364097"/>
              <a:gd name="connsiteX33" fmla="*/ 810491 w 1108502"/>
              <a:gd name="connsiteY33" fmla="*/ 33666 h 364097"/>
              <a:gd name="connsiteX34" fmla="*/ 778071 w 1108502"/>
              <a:gd name="connsiteY34" fmla="*/ 1247 h 364097"/>
              <a:gd name="connsiteX35" fmla="*/ 926453 w 1108502"/>
              <a:gd name="connsiteY35" fmla="*/ 1247 h 364097"/>
              <a:gd name="connsiteX36" fmla="*/ 894034 w 1108502"/>
              <a:gd name="connsiteY36" fmla="*/ 33666 h 364097"/>
              <a:gd name="connsiteX37" fmla="*/ 926453 w 1108502"/>
              <a:gd name="connsiteY37" fmla="*/ 66086 h 364097"/>
              <a:gd name="connsiteX38" fmla="*/ 958873 w 1108502"/>
              <a:gd name="connsiteY38" fmla="*/ 33666 h 364097"/>
              <a:gd name="connsiteX39" fmla="*/ 926453 w 1108502"/>
              <a:gd name="connsiteY39" fmla="*/ 1247 h 364097"/>
              <a:gd name="connsiteX40" fmla="*/ 1076082 w 1108502"/>
              <a:gd name="connsiteY40" fmla="*/ 1247 h 364097"/>
              <a:gd name="connsiteX41" fmla="*/ 1043663 w 1108502"/>
              <a:gd name="connsiteY41" fmla="*/ 33666 h 364097"/>
              <a:gd name="connsiteX42" fmla="*/ 1076082 w 1108502"/>
              <a:gd name="connsiteY42" fmla="*/ 66086 h 364097"/>
              <a:gd name="connsiteX43" fmla="*/ 1108503 w 1108502"/>
              <a:gd name="connsiteY43" fmla="*/ 33666 h 364097"/>
              <a:gd name="connsiteX44" fmla="*/ 1076082 w 1108502"/>
              <a:gd name="connsiteY44" fmla="*/ 1247 h 364097"/>
              <a:gd name="connsiteX45" fmla="*/ 180802 w 1108502"/>
              <a:gd name="connsiteY45" fmla="*/ 149629 h 364097"/>
              <a:gd name="connsiteX46" fmla="*/ 148382 w 1108502"/>
              <a:gd name="connsiteY46" fmla="*/ 182048 h 364097"/>
              <a:gd name="connsiteX47" fmla="*/ 180802 w 1108502"/>
              <a:gd name="connsiteY47" fmla="*/ 214468 h 364097"/>
              <a:gd name="connsiteX48" fmla="*/ 213222 w 1108502"/>
              <a:gd name="connsiteY48" fmla="*/ 182048 h 364097"/>
              <a:gd name="connsiteX49" fmla="*/ 180802 w 1108502"/>
              <a:gd name="connsiteY49" fmla="*/ 149629 h 364097"/>
              <a:gd name="connsiteX50" fmla="*/ 330431 w 1108502"/>
              <a:gd name="connsiteY50" fmla="*/ 149629 h 364097"/>
              <a:gd name="connsiteX51" fmla="*/ 298011 w 1108502"/>
              <a:gd name="connsiteY51" fmla="*/ 182048 h 364097"/>
              <a:gd name="connsiteX52" fmla="*/ 330431 w 1108502"/>
              <a:gd name="connsiteY52" fmla="*/ 214468 h 364097"/>
              <a:gd name="connsiteX53" fmla="*/ 362851 w 1108502"/>
              <a:gd name="connsiteY53" fmla="*/ 182048 h 364097"/>
              <a:gd name="connsiteX54" fmla="*/ 330431 w 1108502"/>
              <a:gd name="connsiteY54" fmla="*/ 149629 h 364097"/>
              <a:gd name="connsiteX55" fmla="*/ 480060 w 1108502"/>
              <a:gd name="connsiteY55" fmla="*/ 149629 h 364097"/>
              <a:gd name="connsiteX56" fmla="*/ 447640 w 1108502"/>
              <a:gd name="connsiteY56" fmla="*/ 182048 h 364097"/>
              <a:gd name="connsiteX57" fmla="*/ 480060 w 1108502"/>
              <a:gd name="connsiteY57" fmla="*/ 214468 h 364097"/>
              <a:gd name="connsiteX58" fmla="*/ 512480 w 1108502"/>
              <a:gd name="connsiteY58" fmla="*/ 182048 h 364097"/>
              <a:gd name="connsiteX59" fmla="*/ 480060 w 1108502"/>
              <a:gd name="connsiteY59" fmla="*/ 149629 h 364097"/>
              <a:gd name="connsiteX60" fmla="*/ 628442 w 1108502"/>
              <a:gd name="connsiteY60" fmla="*/ 149629 h 364097"/>
              <a:gd name="connsiteX61" fmla="*/ 596022 w 1108502"/>
              <a:gd name="connsiteY61" fmla="*/ 182048 h 364097"/>
              <a:gd name="connsiteX62" fmla="*/ 628442 w 1108502"/>
              <a:gd name="connsiteY62" fmla="*/ 214468 h 364097"/>
              <a:gd name="connsiteX63" fmla="*/ 660862 w 1108502"/>
              <a:gd name="connsiteY63" fmla="*/ 182048 h 364097"/>
              <a:gd name="connsiteX64" fmla="*/ 628442 w 1108502"/>
              <a:gd name="connsiteY64" fmla="*/ 149629 h 364097"/>
              <a:gd name="connsiteX65" fmla="*/ 778071 w 1108502"/>
              <a:gd name="connsiteY65" fmla="*/ 149629 h 364097"/>
              <a:gd name="connsiteX66" fmla="*/ 745652 w 1108502"/>
              <a:gd name="connsiteY66" fmla="*/ 182048 h 364097"/>
              <a:gd name="connsiteX67" fmla="*/ 778071 w 1108502"/>
              <a:gd name="connsiteY67" fmla="*/ 214468 h 364097"/>
              <a:gd name="connsiteX68" fmla="*/ 810491 w 1108502"/>
              <a:gd name="connsiteY68" fmla="*/ 182048 h 364097"/>
              <a:gd name="connsiteX69" fmla="*/ 778071 w 1108502"/>
              <a:gd name="connsiteY69" fmla="*/ 149629 h 364097"/>
              <a:gd name="connsiteX70" fmla="*/ 926453 w 1108502"/>
              <a:gd name="connsiteY70" fmla="*/ 149629 h 364097"/>
              <a:gd name="connsiteX71" fmla="*/ 894034 w 1108502"/>
              <a:gd name="connsiteY71" fmla="*/ 182048 h 364097"/>
              <a:gd name="connsiteX72" fmla="*/ 926453 w 1108502"/>
              <a:gd name="connsiteY72" fmla="*/ 214468 h 364097"/>
              <a:gd name="connsiteX73" fmla="*/ 958873 w 1108502"/>
              <a:gd name="connsiteY73" fmla="*/ 182048 h 364097"/>
              <a:gd name="connsiteX74" fmla="*/ 926453 w 1108502"/>
              <a:gd name="connsiteY74" fmla="*/ 149629 h 364097"/>
              <a:gd name="connsiteX75" fmla="*/ 1076082 w 1108502"/>
              <a:gd name="connsiteY75" fmla="*/ 149629 h 364097"/>
              <a:gd name="connsiteX76" fmla="*/ 1043663 w 1108502"/>
              <a:gd name="connsiteY76" fmla="*/ 182048 h 364097"/>
              <a:gd name="connsiteX77" fmla="*/ 1076082 w 1108502"/>
              <a:gd name="connsiteY77" fmla="*/ 214468 h 364097"/>
              <a:gd name="connsiteX78" fmla="*/ 1108503 w 1108502"/>
              <a:gd name="connsiteY78" fmla="*/ 182048 h 364097"/>
              <a:gd name="connsiteX79" fmla="*/ 1076082 w 1108502"/>
              <a:gd name="connsiteY79" fmla="*/ 149629 h 364097"/>
              <a:gd name="connsiteX80" fmla="*/ 32420 w 1108502"/>
              <a:gd name="connsiteY80" fmla="*/ 299258 h 364097"/>
              <a:gd name="connsiteX81" fmla="*/ 0 w 1108502"/>
              <a:gd name="connsiteY81" fmla="*/ 331678 h 364097"/>
              <a:gd name="connsiteX82" fmla="*/ 32420 w 1108502"/>
              <a:gd name="connsiteY82" fmla="*/ 364097 h 364097"/>
              <a:gd name="connsiteX83" fmla="*/ 64839 w 1108502"/>
              <a:gd name="connsiteY83" fmla="*/ 331678 h 364097"/>
              <a:gd name="connsiteX84" fmla="*/ 32420 w 1108502"/>
              <a:gd name="connsiteY84" fmla="*/ 299258 h 364097"/>
              <a:gd name="connsiteX85" fmla="*/ 180802 w 1108502"/>
              <a:gd name="connsiteY85" fmla="*/ 299258 h 364097"/>
              <a:gd name="connsiteX86" fmla="*/ 148382 w 1108502"/>
              <a:gd name="connsiteY86" fmla="*/ 331678 h 364097"/>
              <a:gd name="connsiteX87" fmla="*/ 180802 w 1108502"/>
              <a:gd name="connsiteY87" fmla="*/ 364097 h 364097"/>
              <a:gd name="connsiteX88" fmla="*/ 213222 w 1108502"/>
              <a:gd name="connsiteY88" fmla="*/ 331678 h 364097"/>
              <a:gd name="connsiteX89" fmla="*/ 180802 w 1108502"/>
              <a:gd name="connsiteY89" fmla="*/ 299258 h 364097"/>
              <a:gd name="connsiteX90" fmla="*/ 330431 w 1108502"/>
              <a:gd name="connsiteY90" fmla="*/ 299258 h 364097"/>
              <a:gd name="connsiteX91" fmla="*/ 298011 w 1108502"/>
              <a:gd name="connsiteY91" fmla="*/ 331678 h 364097"/>
              <a:gd name="connsiteX92" fmla="*/ 330431 w 1108502"/>
              <a:gd name="connsiteY92" fmla="*/ 364097 h 364097"/>
              <a:gd name="connsiteX93" fmla="*/ 362851 w 1108502"/>
              <a:gd name="connsiteY93" fmla="*/ 331678 h 364097"/>
              <a:gd name="connsiteX94" fmla="*/ 330431 w 1108502"/>
              <a:gd name="connsiteY94" fmla="*/ 299258 h 364097"/>
              <a:gd name="connsiteX95" fmla="*/ 480060 w 1108502"/>
              <a:gd name="connsiteY95" fmla="*/ 299258 h 364097"/>
              <a:gd name="connsiteX96" fmla="*/ 447640 w 1108502"/>
              <a:gd name="connsiteY96" fmla="*/ 331678 h 364097"/>
              <a:gd name="connsiteX97" fmla="*/ 480060 w 1108502"/>
              <a:gd name="connsiteY97" fmla="*/ 364097 h 364097"/>
              <a:gd name="connsiteX98" fmla="*/ 512480 w 1108502"/>
              <a:gd name="connsiteY98" fmla="*/ 331678 h 364097"/>
              <a:gd name="connsiteX99" fmla="*/ 480060 w 1108502"/>
              <a:gd name="connsiteY99" fmla="*/ 299258 h 364097"/>
              <a:gd name="connsiteX100" fmla="*/ 628442 w 1108502"/>
              <a:gd name="connsiteY100" fmla="*/ 299258 h 364097"/>
              <a:gd name="connsiteX101" fmla="*/ 596022 w 1108502"/>
              <a:gd name="connsiteY101" fmla="*/ 331678 h 364097"/>
              <a:gd name="connsiteX102" fmla="*/ 628442 w 1108502"/>
              <a:gd name="connsiteY102" fmla="*/ 364097 h 364097"/>
              <a:gd name="connsiteX103" fmla="*/ 660862 w 1108502"/>
              <a:gd name="connsiteY103" fmla="*/ 331678 h 364097"/>
              <a:gd name="connsiteX104" fmla="*/ 628442 w 1108502"/>
              <a:gd name="connsiteY104" fmla="*/ 299258 h 364097"/>
              <a:gd name="connsiteX105" fmla="*/ 778071 w 1108502"/>
              <a:gd name="connsiteY105" fmla="*/ 299258 h 364097"/>
              <a:gd name="connsiteX106" fmla="*/ 745652 w 1108502"/>
              <a:gd name="connsiteY106" fmla="*/ 331678 h 364097"/>
              <a:gd name="connsiteX107" fmla="*/ 778071 w 1108502"/>
              <a:gd name="connsiteY107" fmla="*/ 364097 h 364097"/>
              <a:gd name="connsiteX108" fmla="*/ 810491 w 1108502"/>
              <a:gd name="connsiteY108" fmla="*/ 331678 h 364097"/>
              <a:gd name="connsiteX109" fmla="*/ 778071 w 1108502"/>
              <a:gd name="connsiteY109" fmla="*/ 299258 h 364097"/>
              <a:gd name="connsiteX110" fmla="*/ 926453 w 1108502"/>
              <a:gd name="connsiteY110" fmla="*/ 299258 h 364097"/>
              <a:gd name="connsiteX111" fmla="*/ 894034 w 1108502"/>
              <a:gd name="connsiteY111" fmla="*/ 331678 h 364097"/>
              <a:gd name="connsiteX112" fmla="*/ 926453 w 1108502"/>
              <a:gd name="connsiteY112" fmla="*/ 364097 h 364097"/>
              <a:gd name="connsiteX113" fmla="*/ 958873 w 1108502"/>
              <a:gd name="connsiteY113" fmla="*/ 331678 h 364097"/>
              <a:gd name="connsiteX114" fmla="*/ 926453 w 1108502"/>
              <a:gd name="connsiteY114" fmla="*/ 299258 h 364097"/>
              <a:gd name="connsiteX115" fmla="*/ 1076082 w 1108502"/>
              <a:gd name="connsiteY115" fmla="*/ 299258 h 364097"/>
              <a:gd name="connsiteX116" fmla="*/ 1043663 w 1108502"/>
              <a:gd name="connsiteY116" fmla="*/ 331678 h 364097"/>
              <a:gd name="connsiteX117" fmla="*/ 1076082 w 1108502"/>
              <a:gd name="connsiteY117" fmla="*/ 364097 h 364097"/>
              <a:gd name="connsiteX118" fmla="*/ 1108503 w 1108502"/>
              <a:gd name="connsiteY118" fmla="*/ 331678 h 364097"/>
              <a:gd name="connsiteX119" fmla="*/ 1076082 w 1108502"/>
              <a:gd name="connsiteY119" fmla="*/ 299258 h 364097"/>
            </a:gdLst>
            <a:ahLst/>
            <a:cxnLst/>
            <a:rect l="l" t="t" r="r" b="b"/>
            <a:pathLst>
              <a:path w="1108502" h="364097">
                <a:moveTo>
                  <a:pt x="64839" y="32419"/>
                </a:moveTo>
                <a:cubicBezTo>
                  <a:pt x="64839" y="49876"/>
                  <a:pt x="49876" y="64839"/>
                  <a:pt x="32420" y="64839"/>
                </a:cubicBezTo>
                <a:cubicBezTo>
                  <a:pt x="14963" y="64839"/>
                  <a:pt x="0" y="49876"/>
                  <a:pt x="0" y="32419"/>
                </a:cubicBezTo>
                <a:cubicBezTo>
                  <a:pt x="0" y="14963"/>
                  <a:pt x="14963" y="0"/>
                  <a:pt x="32420" y="0"/>
                </a:cubicBezTo>
                <a:cubicBezTo>
                  <a:pt x="49876" y="1247"/>
                  <a:pt x="64839" y="14963"/>
                  <a:pt x="64839" y="32419"/>
                </a:cubicBezTo>
                <a:close/>
                <a:moveTo>
                  <a:pt x="180802" y="1247"/>
                </a:moveTo>
                <a:cubicBezTo>
                  <a:pt x="163345" y="1247"/>
                  <a:pt x="148382" y="16210"/>
                  <a:pt x="148382" y="33666"/>
                </a:cubicBezTo>
                <a:cubicBezTo>
                  <a:pt x="148382" y="51123"/>
                  <a:pt x="163345" y="66086"/>
                  <a:pt x="180802" y="66086"/>
                </a:cubicBezTo>
                <a:cubicBezTo>
                  <a:pt x="198258" y="66086"/>
                  <a:pt x="213222" y="51123"/>
                  <a:pt x="213222" y="33666"/>
                </a:cubicBezTo>
                <a:cubicBezTo>
                  <a:pt x="213222" y="14963"/>
                  <a:pt x="199505" y="1247"/>
                  <a:pt x="180802" y="1247"/>
                </a:cubicBezTo>
                <a:close/>
                <a:moveTo>
                  <a:pt x="64839" y="182048"/>
                </a:moveTo>
                <a:cubicBezTo>
                  <a:pt x="64839" y="164592"/>
                  <a:pt x="49876" y="149629"/>
                  <a:pt x="32420" y="149629"/>
                </a:cubicBezTo>
                <a:cubicBezTo>
                  <a:pt x="14963" y="149629"/>
                  <a:pt x="0" y="164592"/>
                  <a:pt x="0" y="182048"/>
                </a:cubicBezTo>
                <a:cubicBezTo>
                  <a:pt x="0" y="199505"/>
                  <a:pt x="14963" y="214468"/>
                  <a:pt x="32420" y="214468"/>
                </a:cubicBezTo>
                <a:cubicBezTo>
                  <a:pt x="49876" y="214468"/>
                  <a:pt x="64839" y="199505"/>
                  <a:pt x="64839" y="182048"/>
                </a:cubicBezTo>
                <a:close/>
                <a:moveTo>
                  <a:pt x="330431" y="1247"/>
                </a:moveTo>
                <a:cubicBezTo>
                  <a:pt x="312974" y="1247"/>
                  <a:pt x="298011" y="16210"/>
                  <a:pt x="298011" y="33666"/>
                </a:cubicBezTo>
                <a:cubicBezTo>
                  <a:pt x="298011" y="51123"/>
                  <a:pt x="312974" y="66086"/>
                  <a:pt x="330431" y="66086"/>
                </a:cubicBezTo>
                <a:cubicBezTo>
                  <a:pt x="347888" y="66086"/>
                  <a:pt x="362851" y="51123"/>
                  <a:pt x="362851" y="33666"/>
                </a:cubicBezTo>
                <a:cubicBezTo>
                  <a:pt x="362851" y="14963"/>
                  <a:pt x="347888" y="1247"/>
                  <a:pt x="330431" y="1247"/>
                </a:cubicBezTo>
                <a:close/>
                <a:moveTo>
                  <a:pt x="480060" y="1247"/>
                </a:moveTo>
                <a:cubicBezTo>
                  <a:pt x="462603" y="1247"/>
                  <a:pt x="447640" y="16210"/>
                  <a:pt x="447640" y="33666"/>
                </a:cubicBezTo>
                <a:cubicBezTo>
                  <a:pt x="447640" y="51123"/>
                  <a:pt x="462603" y="66086"/>
                  <a:pt x="480060" y="66086"/>
                </a:cubicBezTo>
                <a:cubicBezTo>
                  <a:pt x="497517" y="66086"/>
                  <a:pt x="512480" y="51123"/>
                  <a:pt x="512480" y="33666"/>
                </a:cubicBezTo>
                <a:cubicBezTo>
                  <a:pt x="511233" y="14963"/>
                  <a:pt x="497517" y="1247"/>
                  <a:pt x="480060" y="1247"/>
                </a:cubicBezTo>
                <a:close/>
                <a:moveTo>
                  <a:pt x="628442" y="1247"/>
                </a:moveTo>
                <a:cubicBezTo>
                  <a:pt x="610985" y="1247"/>
                  <a:pt x="596022" y="16210"/>
                  <a:pt x="596022" y="33666"/>
                </a:cubicBezTo>
                <a:cubicBezTo>
                  <a:pt x="596022" y="51123"/>
                  <a:pt x="610985" y="66086"/>
                  <a:pt x="628442" y="66086"/>
                </a:cubicBezTo>
                <a:cubicBezTo>
                  <a:pt x="645899" y="66086"/>
                  <a:pt x="660862" y="51123"/>
                  <a:pt x="660862" y="33666"/>
                </a:cubicBezTo>
                <a:cubicBezTo>
                  <a:pt x="660862" y="14963"/>
                  <a:pt x="645899" y="1247"/>
                  <a:pt x="628442" y="1247"/>
                </a:cubicBezTo>
                <a:close/>
                <a:moveTo>
                  <a:pt x="778071" y="1247"/>
                </a:moveTo>
                <a:cubicBezTo>
                  <a:pt x="760615" y="1247"/>
                  <a:pt x="745652" y="16210"/>
                  <a:pt x="745652" y="33666"/>
                </a:cubicBezTo>
                <a:cubicBezTo>
                  <a:pt x="745652" y="51123"/>
                  <a:pt x="760615" y="66086"/>
                  <a:pt x="778071" y="66086"/>
                </a:cubicBezTo>
                <a:cubicBezTo>
                  <a:pt x="795528" y="66086"/>
                  <a:pt x="810491" y="51123"/>
                  <a:pt x="810491" y="33666"/>
                </a:cubicBezTo>
                <a:cubicBezTo>
                  <a:pt x="809244" y="14963"/>
                  <a:pt x="795528" y="1247"/>
                  <a:pt x="778071" y="1247"/>
                </a:cubicBezTo>
                <a:close/>
                <a:moveTo>
                  <a:pt x="926453" y="1247"/>
                </a:moveTo>
                <a:cubicBezTo>
                  <a:pt x="908997" y="1247"/>
                  <a:pt x="894034" y="16210"/>
                  <a:pt x="894034" y="33666"/>
                </a:cubicBezTo>
                <a:cubicBezTo>
                  <a:pt x="894034" y="51123"/>
                  <a:pt x="908997" y="66086"/>
                  <a:pt x="926453" y="66086"/>
                </a:cubicBezTo>
                <a:cubicBezTo>
                  <a:pt x="943910" y="66086"/>
                  <a:pt x="958873" y="51123"/>
                  <a:pt x="958873" y="33666"/>
                </a:cubicBezTo>
                <a:cubicBezTo>
                  <a:pt x="958873" y="14963"/>
                  <a:pt x="943910" y="1247"/>
                  <a:pt x="926453" y="1247"/>
                </a:cubicBezTo>
                <a:close/>
                <a:moveTo>
                  <a:pt x="1076082" y="1247"/>
                </a:moveTo>
                <a:cubicBezTo>
                  <a:pt x="1058626" y="1247"/>
                  <a:pt x="1043663" y="16210"/>
                  <a:pt x="1043663" y="33666"/>
                </a:cubicBezTo>
                <a:cubicBezTo>
                  <a:pt x="1043663" y="51123"/>
                  <a:pt x="1058626" y="66086"/>
                  <a:pt x="1076082" y="66086"/>
                </a:cubicBezTo>
                <a:cubicBezTo>
                  <a:pt x="1093539" y="66086"/>
                  <a:pt x="1108503" y="51123"/>
                  <a:pt x="1108503" y="33666"/>
                </a:cubicBezTo>
                <a:cubicBezTo>
                  <a:pt x="1107255" y="14963"/>
                  <a:pt x="1093539" y="1247"/>
                  <a:pt x="1076082" y="1247"/>
                </a:cubicBezTo>
                <a:close/>
                <a:moveTo>
                  <a:pt x="180802" y="149629"/>
                </a:moveTo>
                <a:cubicBezTo>
                  <a:pt x="163345" y="149629"/>
                  <a:pt x="148382" y="164592"/>
                  <a:pt x="148382" y="182048"/>
                </a:cubicBezTo>
                <a:cubicBezTo>
                  <a:pt x="148382" y="199505"/>
                  <a:pt x="163345" y="214468"/>
                  <a:pt x="180802" y="214468"/>
                </a:cubicBezTo>
                <a:cubicBezTo>
                  <a:pt x="198258" y="214468"/>
                  <a:pt x="213222" y="199505"/>
                  <a:pt x="213222" y="182048"/>
                </a:cubicBezTo>
                <a:cubicBezTo>
                  <a:pt x="213222" y="164592"/>
                  <a:pt x="199505" y="149629"/>
                  <a:pt x="180802" y="149629"/>
                </a:cubicBezTo>
                <a:close/>
                <a:moveTo>
                  <a:pt x="330431" y="149629"/>
                </a:moveTo>
                <a:cubicBezTo>
                  <a:pt x="312974" y="149629"/>
                  <a:pt x="298011" y="164592"/>
                  <a:pt x="298011" y="182048"/>
                </a:cubicBezTo>
                <a:cubicBezTo>
                  <a:pt x="298011" y="199505"/>
                  <a:pt x="312974" y="214468"/>
                  <a:pt x="330431" y="214468"/>
                </a:cubicBezTo>
                <a:cubicBezTo>
                  <a:pt x="347888" y="214468"/>
                  <a:pt x="362851" y="199505"/>
                  <a:pt x="362851" y="182048"/>
                </a:cubicBezTo>
                <a:cubicBezTo>
                  <a:pt x="362851" y="164592"/>
                  <a:pt x="347888" y="149629"/>
                  <a:pt x="330431" y="149629"/>
                </a:cubicBezTo>
                <a:close/>
                <a:moveTo>
                  <a:pt x="480060" y="149629"/>
                </a:moveTo>
                <a:cubicBezTo>
                  <a:pt x="462603" y="149629"/>
                  <a:pt x="447640" y="164592"/>
                  <a:pt x="447640" y="182048"/>
                </a:cubicBezTo>
                <a:cubicBezTo>
                  <a:pt x="447640" y="199505"/>
                  <a:pt x="462603" y="214468"/>
                  <a:pt x="480060" y="214468"/>
                </a:cubicBezTo>
                <a:cubicBezTo>
                  <a:pt x="497517" y="214468"/>
                  <a:pt x="512480" y="199505"/>
                  <a:pt x="512480" y="182048"/>
                </a:cubicBezTo>
                <a:cubicBezTo>
                  <a:pt x="512480" y="164592"/>
                  <a:pt x="497517" y="149629"/>
                  <a:pt x="480060" y="149629"/>
                </a:cubicBezTo>
                <a:close/>
                <a:moveTo>
                  <a:pt x="628442" y="149629"/>
                </a:moveTo>
                <a:cubicBezTo>
                  <a:pt x="610985" y="149629"/>
                  <a:pt x="596022" y="164592"/>
                  <a:pt x="596022" y="182048"/>
                </a:cubicBezTo>
                <a:cubicBezTo>
                  <a:pt x="596022" y="199505"/>
                  <a:pt x="610985" y="214468"/>
                  <a:pt x="628442" y="214468"/>
                </a:cubicBezTo>
                <a:cubicBezTo>
                  <a:pt x="645899" y="214468"/>
                  <a:pt x="660862" y="199505"/>
                  <a:pt x="660862" y="182048"/>
                </a:cubicBezTo>
                <a:cubicBezTo>
                  <a:pt x="660862" y="164592"/>
                  <a:pt x="645899" y="149629"/>
                  <a:pt x="628442" y="149629"/>
                </a:cubicBezTo>
                <a:close/>
                <a:moveTo>
                  <a:pt x="778071" y="149629"/>
                </a:moveTo>
                <a:cubicBezTo>
                  <a:pt x="760615" y="149629"/>
                  <a:pt x="745652" y="164592"/>
                  <a:pt x="745652" y="182048"/>
                </a:cubicBezTo>
                <a:cubicBezTo>
                  <a:pt x="745652" y="199505"/>
                  <a:pt x="760615" y="214468"/>
                  <a:pt x="778071" y="214468"/>
                </a:cubicBezTo>
                <a:cubicBezTo>
                  <a:pt x="795528" y="214468"/>
                  <a:pt x="810491" y="199505"/>
                  <a:pt x="810491" y="182048"/>
                </a:cubicBezTo>
                <a:cubicBezTo>
                  <a:pt x="810491" y="164592"/>
                  <a:pt x="795528" y="149629"/>
                  <a:pt x="778071" y="149629"/>
                </a:cubicBezTo>
                <a:close/>
                <a:moveTo>
                  <a:pt x="926453" y="149629"/>
                </a:moveTo>
                <a:cubicBezTo>
                  <a:pt x="908997" y="149629"/>
                  <a:pt x="894034" y="164592"/>
                  <a:pt x="894034" y="182048"/>
                </a:cubicBezTo>
                <a:cubicBezTo>
                  <a:pt x="894034" y="199505"/>
                  <a:pt x="908997" y="214468"/>
                  <a:pt x="926453" y="214468"/>
                </a:cubicBezTo>
                <a:cubicBezTo>
                  <a:pt x="943910" y="214468"/>
                  <a:pt x="958873" y="199505"/>
                  <a:pt x="958873" y="182048"/>
                </a:cubicBezTo>
                <a:cubicBezTo>
                  <a:pt x="958873" y="164592"/>
                  <a:pt x="943910" y="149629"/>
                  <a:pt x="926453" y="149629"/>
                </a:cubicBezTo>
                <a:close/>
                <a:moveTo>
                  <a:pt x="1076082" y="149629"/>
                </a:moveTo>
                <a:cubicBezTo>
                  <a:pt x="1058626" y="149629"/>
                  <a:pt x="1043663" y="164592"/>
                  <a:pt x="1043663" y="182048"/>
                </a:cubicBezTo>
                <a:cubicBezTo>
                  <a:pt x="1043663" y="199505"/>
                  <a:pt x="1058626" y="214468"/>
                  <a:pt x="1076082" y="214468"/>
                </a:cubicBezTo>
                <a:cubicBezTo>
                  <a:pt x="1093539" y="214468"/>
                  <a:pt x="1108503" y="199505"/>
                  <a:pt x="1108503" y="182048"/>
                </a:cubicBezTo>
                <a:cubicBezTo>
                  <a:pt x="1108503" y="164592"/>
                  <a:pt x="1093539" y="149629"/>
                  <a:pt x="1076082" y="149629"/>
                </a:cubicBezTo>
                <a:close/>
                <a:moveTo>
                  <a:pt x="32420" y="299258"/>
                </a:moveTo>
                <a:cubicBezTo>
                  <a:pt x="14963" y="299258"/>
                  <a:pt x="0" y="314221"/>
                  <a:pt x="0" y="331678"/>
                </a:cubicBezTo>
                <a:cubicBezTo>
                  <a:pt x="0" y="349135"/>
                  <a:pt x="14963" y="364097"/>
                  <a:pt x="32420" y="364097"/>
                </a:cubicBezTo>
                <a:cubicBezTo>
                  <a:pt x="49876" y="364097"/>
                  <a:pt x="64839" y="349135"/>
                  <a:pt x="64839" y="331678"/>
                </a:cubicBezTo>
                <a:cubicBezTo>
                  <a:pt x="64839" y="314221"/>
                  <a:pt x="49876" y="299258"/>
                  <a:pt x="32420" y="299258"/>
                </a:cubicBezTo>
                <a:close/>
                <a:moveTo>
                  <a:pt x="180802" y="299258"/>
                </a:moveTo>
                <a:cubicBezTo>
                  <a:pt x="163345" y="299258"/>
                  <a:pt x="148382" y="314221"/>
                  <a:pt x="148382" y="331678"/>
                </a:cubicBezTo>
                <a:cubicBezTo>
                  <a:pt x="148382" y="349135"/>
                  <a:pt x="163345" y="364097"/>
                  <a:pt x="180802" y="364097"/>
                </a:cubicBezTo>
                <a:cubicBezTo>
                  <a:pt x="198258" y="364097"/>
                  <a:pt x="213222" y="349135"/>
                  <a:pt x="213222" y="331678"/>
                </a:cubicBezTo>
                <a:cubicBezTo>
                  <a:pt x="213222" y="314221"/>
                  <a:pt x="199505" y="299258"/>
                  <a:pt x="180802" y="299258"/>
                </a:cubicBezTo>
                <a:close/>
                <a:moveTo>
                  <a:pt x="330431" y="299258"/>
                </a:moveTo>
                <a:cubicBezTo>
                  <a:pt x="312974" y="299258"/>
                  <a:pt x="298011" y="314221"/>
                  <a:pt x="298011" y="331678"/>
                </a:cubicBezTo>
                <a:cubicBezTo>
                  <a:pt x="298011" y="349135"/>
                  <a:pt x="312974" y="364097"/>
                  <a:pt x="330431" y="364097"/>
                </a:cubicBezTo>
                <a:cubicBezTo>
                  <a:pt x="347888" y="364097"/>
                  <a:pt x="362851" y="349135"/>
                  <a:pt x="362851" y="331678"/>
                </a:cubicBezTo>
                <a:cubicBezTo>
                  <a:pt x="362851" y="314221"/>
                  <a:pt x="347888" y="299258"/>
                  <a:pt x="330431" y="299258"/>
                </a:cubicBezTo>
                <a:close/>
                <a:moveTo>
                  <a:pt x="480060" y="299258"/>
                </a:moveTo>
                <a:cubicBezTo>
                  <a:pt x="462603" y="299258"/>
                  <a:pt x="447640" y="314221"/>
                  <a:pt x="447640" y="331678"/>
                </a:cubicBezTo>
                <a:cubicBezTo>
                  <a:pt x="447640" y="349135"/>
                  <a:pt x="462603" y="364097"/>
                  <a:pt x="480060" y="364097"/>
                </a:cubicBezTo>
                <a:cubicBezTo>
                  <a:pt x="497517" y="364097"/>
                  <a:pt x="512480" y="349135"/>
                  <a:pt x="512480" y="331678"/>
                </a:cubicBezTo>
                <a:cubicBezTo>
                  <a:pt x="512480" y="314221"/>
                  <a:pt x="497517" y="299258"/>
                  <a:pt x="480060" y="299258"/>
                </a:cubicBezTo>
                <a:close/>
                <a:moveTo>
                  <a:pt x="628442" y="299258"/>
                </a:moveTo>
                <a:cubicBezTo>
                  <a:pt x="610985" y="299258"/>
                  <a:pt x="596022" y="314221"/>
                  <a:pt x="596022" y="331678"/>
                </a:cubicBezTo>
                <a:cubicBezTo>
                  <a:pt x="596022" y="349135"/>
                  <a:pt x="610985" y="364097"/>
                  <a:pt x="628442" y="364097"/>
                </a:cubicBezTo>
                <a:cubicBezTo>
                  <a:pt x="645899" y="364097"/>
                  <a:pt x="660862" y="349135"/>
                  <a:pt x="660862" y="331678"/>
                </a:cubicBezTo>
                <a:cubicBezTo>
                  <a:pt x="660862" y="314221"/>
                  <a:pt x="645899" y="299258"/>
                  <a:pt x="628442" y="299258"/>
                </a:cubicBezTo>
                <a:close/>
                <a:moveTo>
                  <a:pt x="778071" y="299258"/>
                </a:moveTo>
                <a:cubicBezTo>
                  <a:pt x="760615" y="299258"/>
                  <a:pt x="745652" y="314221"/>
                  <a:pt x="745652" y="331678"/>
                </a:cubicBezTo>
                <a:cubicBezTo>
                  <a:pt x="745652" y="349135"/>
                  <a:pt x="760615" y="364097"/>
                  <a:pt x="778071" y="364097"/>
                </a:cubicBezTo>
                <a:cubicBezTo>
                  <a:pt x="795528" y="364097"/>
                  <a:pt x="810491" y="349135"/>
                  <a:pt x="810491" y="331678"/>
                </a:cubicBezTo>
                <a:cubicBezTo>
                  <a:pt x="810491" y="314221"/>
                  <a:pt x="795528" y="299258"/>
                  <a:pt x="778071" y="299258"/>
                </a:cubicBezTo>
                <a:close/>
                <a:moveTo>
                  <a:pt x="926453" y="299258"/>
                </a:moveTo>
                <a:cubicBezTo>
                  <a:pt x="908997" y="299258"/>
                  <a:pt x="894034" y="314221"/>
                  <a:pt x="894034" y="331678"/>
                </a:cubicBezTo>
                <a:cubicBezTo>
                  <a:pt x="894034" y="349135"/>
                  <a:pt x="908997" y="364097"/>
                  <a:pt x="926453" y="364097"/>
                </a:cubicBezTo>
                <a:cubicBezTo>
                  <a:pt x="943910" y="364097"/>
                  <a:pt x="958873" y="349135"/>
                  <a:pt x="958873" y="331678"/>
                </a:cubicBezTo>
                <a:cubicBezTo>
                  <a:pt x="958873" y="314221"/>
                  <a:pt x="943910" y="299258"/>
                  <a:pt x="926453" y="299258"/>
                </a:cubicBezTo>
                <a:close/>
                <a:moveTo>
                  <a:pt x="1076082" y="299258"/>
                </a:moveTo>
                <a:cubicBezTo>
                  <a:pt x="1058626" y="299258"/>
                  <a:pt x="1043663" y="314221"/>
                  <a:pt x="1043663" y="331678"/>
                </a:cubicBezTo>
                <a:cubicBezTo>
                  <a:pt x="1043663" y="349135"/>
                  <a:pt x="1058626" y="364097"/>
                  <a:pt x="1076082" y="364097"/>
                </a:cubicBezTo>
                <a:cubicBezTo>
                  <a:pt x="1093539" y="364097"/>
                  <a:pt x="1108503" y="349135"/>
                  <a:pt x="1108503" y="331678"/>
                </a:cubicBezTo>
                <a:cubicBezTo>
                  <a:pt x="1108503" y="314221"/>
                  <a:pt x="1093539" y="299258"/>
                  <a:pt x="1076082" y="299258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0"/>
          </a:gradFill>
          <a:ln w="12468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1C3D9B01-ACC8-CFBC-F2E6-C35515CEF667}"/>
              </a:ext>
            </a:extLst>
          </p:cNvPr>
          <p:cNvSpPr txBox="1"/>
          <p:nvPr/>
        </p:nvSpPr>
        <p:spPr>
          <a:xfrm>
            <a:off x="2683263" y="3071176"/>
            <a:ext cx="7040627" cy="23239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模型设计与算法实现</a:t>
            </a:r>
            <a:endParaRPr kumimoji="1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19211BA-CA10-9467-8202-BE80ACDA1132}"/>
              </a:ext>
            </a:extLst>
          </p:cNvPr>
          <p:cNvSpPr txBox="1"/>
          <p:nvPr/>
        </p:nvSpPr>
        <p:spPr>
          <a:xfrm>
            <a:off x="5172981" y="-411079"/>
            <a:ext cx="2574696" cy="3482255"/>
          </a:xfrm>
          <a:prstGeom prst="rect">
            <a:avLst/>
          </a:prstGeom>
          <a:noFill/>
          <a:ln cap="sq">
            <a:noFill/>
          </a:ln>
          <a:effectLst>
            <a:outerShdw blurRad="457200" dist="127000" dir="5400000" sx="90000" sy="90000" rotWithShape="0">
              <a:srgbClr val="4E82EA">
                <a:alpha val="60000"/>
              </a:srgbClr>
            </a:outerShdw>
          </a:effectLst>
        </p:spPr>
        <p:txBody>
          <a:bodyPr vert="horz"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0" b="1" i="0" u="none" strike="noStrike" kern="1200" cap="none" spc="0" normalizeH="0" baseline="0" noProof="0">
                <a:ln w="12700">
                  <a:noFill/>
                </a:ln>
                <a:solidFill>
                  <a:srgbClr val="0F6FC6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/>
              </a:rPr>
              <a:t>0</a:t>
            </a:r>
            <a:r>
              <a:rPr kumimoji="1" lang="en-US" altLang="zh-CN" sz="11000" b="1">
                <a:ln w="12700">
                  <a:noFill/>
                </a:ln>
                <a:solidFill>
                  <a:srgbClr val="0F6FC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/>
              </a:rPr>
              <a:t>3</a:t>
            </a: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12E59ED9-0C37-424C-3AB8-318A8578D232}"/>
              </a:ext>
            </a:extLst>
          </p:cNvPr>
          <p:cNvSpPr txBox="1"/>
          <p:nvPr/>
        </p:nvSpPr>
        <p:spPr>
          <a:xfrm>
            <a:off x="7066145" y="1645832"/>
            <a:ext cx="457402" cy="366121"/>
          </a:xfrm>
          <a:custGeom>
            <a:avLst/>
            <a:gdLst/>
            <a:ahLst/>
            <a:cxnLst/>
            <a:rect l="l" t="t" r="r" b="b"/>
            <a:pathLst>
              <a:path w="671826" h="537753">
                <a:moveTo>
                  <a:pt x="364331" y="0"/>
                </a:moveTo>
                <a:lnTo>
                  <a:pt x="671826" y="0"/>
                </a:lnTo>
                <a:lnTo>
                  <a:pt x="671826" y="244831"/>
                </a:lnTo>
                <a:cubicBezTo>
                  <a:pt x="668912" y="426510"/>
                  <a:pt x="566413" y="524151"/>
                  <a:pt x="364331" y="537753"/>
                </a:cubicBezTo>
                <a:lnTo>
                  <a:pt x="364331" y="409508"/>
                </a:lnTo>
                <a:cubicBezTo>
                  <a:pt x="410965" y="404651"/>
                  <a:pt x="446912" y="391535"/>
                  <a:pt x="472173" y="370161"/>
                </a:cubicBezTo>
                <a:cubicBezTo>
                  <a:pt x="494518" y="346843"/>
                  <a:pt x="505691" y="318183"/>
                  <a:pt x="505691" y="284178"/>
                </a:cubicBezTo>
                <a:lnTo>
                  <a:pt x="364331" y="284178"/>
                </a:lnTo>
                <a:close/>
                <a:moveTo>
                  <a:pt x="0" y="0"/>
                </a:moveTo>
                <a:lnTo>
                  <a:pt x="307495" y="0"/>
                </a:lnTo>
                <a:lnTo>
                  <a:pt x="307495" y="244831"/>
                </a:lnTo>
                <a:cubicBezTo>
                  <a:pt x="304580" y="426510"/>
                  <a:pt x="202082" y="524151"/>
                  <a:pt x="0" y="537753"/>
                </a:cubicBezTo>
                <a:lnTo>
                  <a:pt x="0" y="409508"/>
                </a:lnTo>
                <a:cubicBezTo>
                  <a:pt x="46634" y="404651"/>
                  <a:pt x="82581" y="391535"/>
                  <a:pt x="107842" y="370161"/>
                </a:cubicBezTo>
                <a:cubicBezTo>
                  <a:pt x="130187" y="346843"/>
                  <a:pt x="141360" y="318183"/>
                  <a:pt x="141360" y="284178"/>
                </a:cubicBezTo>
                <a:lnTo>
                  <a:pt x="0" y="284178"/>
                </a:lnTo>
                <a:close/>
              </a:path>
            </a:pathLst>
          </a:custGeom>
          <a:noFill/>
          <a:ln w="22225" cap="sq">
            <a:solidFill>
              <a:schemeClr val="accent1"/>
            </a:solidFill>
          </a:ln>
          <a:effectLst/>
        </p:spPr>
        <p:txBody>
          <a:bodyPr vert="horz" wrap="square" lIns="91440" tIns="45720" rIns="91440" bIns="4572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4" name="图片">
            <a:extLst>
              <a:ext uri="{FF2B5EF4-FFF2-40B4-BE49-F238E27FC236}">
                <a16:creationId xmlns:a16="http://schemas.microsoft.com/office/drawing/2014/main" id="{D29DC8A2-90A1-4B7D-C300-AB72C5A0F1C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 rot="194103">
            <a:off x="-728641" y="3222174"/>
            <a:ext cx="4026774" cy="40267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66614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5E9B9-DA46-1367-154B-5B3E996F3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86B170-E5E2-D10B-DC36-CEA868FC80D3}"/>
              </a:ext>
            </a:extLst>
          </p:cNvPr>
          <p:cNvSpPr txBox="1"/>
          <p:nvPr/>
        </p:nvSpPr>
        <p:spPr>
          <a:xfrm>
            <a:off x="-18288" y="0"/>
            <a:ext cx="12228576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99000">
                <a:schemeClr val="accent1">
                  <a:lumMod val="20000"/>
                  <a:lumOff val="80000"/>
                </a:schemeClr>
              </a:gs>
            </a:gsLst>
            <a:lin ang="6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F7C903BE-C2DD-7928-EFBE-EEC3F57F928D}"/>
              </a:ext>
            </a:extLst>
          </p:cNvPr>
          <p:cNvSpPr txBox="1"/>
          <p:nvPr/>
        </p:nvSpPr>
        <p:spPr>
          <a:xfrm>
            <a:off x="891414" y="6001930"/>
            <a:ext cx="10377568" cy="940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 cap="rnd">
            <a:noFill/>
            <a:round/>
          </a:ln>
          <a:effectLst>
            <a:outerShdw blurRad="76200" dist="50800" dir="5400000" algn="ctr" rotWithShape="0">
              <a:srgbClr val="CD9673">
                <a:alpha val="2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D61B48F8-8FFB-F6CB-EB16-879708F9A5F7}"/>
              </a:ext>
            </a:extLst>
          </p:cNvPr>
          <p:cNvSpPr txBox="1"/>
          <p:nvPr/>
        </p:nvSpPr>
        <p:spPr>
          <a:xfrm>
            <a:off x="579455" y="238458"/>
            <a:ext cx="10377569" cy="53641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lvl="0">
              <a:lnSpc>
                <a:spcPct val="130000"/>
              </a:lnSpc>
              <a:defRPr/>
            </a:pPr>
            <a:r>
              <a:rPr kumimoji="1" lang="zh-CN" altLang="en-US" sz="2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模型设计与算法实现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21F9D4F7-ACAD-5130-F699-AA5CF17F6B21}"/>
              </a:ext>
            </a:extLst>
          </p:cNvPr>
          <p:cNvSpPr txBox="1"/>
          <p:nvPr/>
        </p:nvSpPr>
        <p:spPr>
          <a:xfrm>
            <a:off x="0" y="419734"/>
            <a:ext cx="428561" cy="121453"/>
          </a:xfrm>
          <a:prstGeom prst="rect">
            <a:avLst/>
          </a:prstGeom>
          <a:solidFill>
            <a:schemeClr val="accent1"/>
          </a:solidFill>
          <a:ln w="25400" cap="sq">
            <a:solidFill>
              <a:schemeClr val="bg1"/>
            </a:solidFill>
            <a:miter/>
          </a:ln>
          <a:effectLst>
            <a:outerShdw blurRad="63500" algn="ctr" rotWithShape="0">
              <a:srgbClr val="000000">
                <a:alpha val="4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039F6C77-5D3D-4D38-93DE-981EF115605D}"/>
              </a:ext>
            </a:extLst>
          </p:cNvPr>
          <p:cNvSpPr txBox="1"/>
          <p:nvPr/>
        </p:nvSpPr>
        <p:spPr>
          <a:xfrm rot="5400000">
            <a:off x="-145315" y="292497"/>
            <a:ext cx="719190" cy="134200"/>
          </a:xfrm>
          <a:prstGeom prst="rect">
            <a:avLst/>
          </a:prstGeom>
          <a:solidFill>
            <a:schemeClr val="accent1"/>
          </a:solidFill>
          <a:ln w="25400" cap="sq">
            <a:solidFill>
              <a:schemeClr val="bg1"/>
            </a:solidFill>
            <a:miter/>
          </a:ln>
          <a:effectLst>
            <a:outerShdw blurRad="63500" algn="ctr" rotWithShape="0">
              <a:srgbClr val="000000">
                <a:alpha val="4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2274790E-9182-4F7B-D1B5-AD277970942C}"/>
              </a:ext>
            </a:extLst>
          </p:cNvPr>
          <p:cNvSpPr txBox="1"/>
          <p:nvPr/>
        </p:nvSpPr>
        <p:spPr>
          <a:xfrm>
            <a:off x="891414" y="937021"/>
            <a:ext cx="10377568" cy="4162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 cap="rnd">
            <a:noFill/>
            <a:round/>
          </a:ln>
          <a:effectLst>
            <a:outerShdw blurRad="76200" dist="50800" dir="5400000" algn="ctr" rotWithShape="0">
              <a:srgbClr val="CD9673">
                <a:alpha val="2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E7C615C-EBAD-8BD7-61EF-4D3A75F38C57}"/>
              </a:ext>
            </a:extLst>
          </p:cNvPr>
          <p:cNvSpPr txBox="1"/>
          <p:nvPr/>
        </p:nvSpPr>
        <p:spPr>
          <a:xfrm>
            <a:off x="1383801" y="964916"/>
            <a:ext cx="9424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CSM</a:t>
            </a:r>
            <a:r>
              <a:rPr lang="zh-CN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模型总体架构设计</a:t>
            </a:r>
            <a:endParaRPr kumimoji="1"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C8E36F0-0A50-A099-B6BB-9D85489DF652}"/>
              </a:ext>
            </a:extLst>
          </p:cNvPr>
          <p:cNvSpPr txBox="1"/>
          <p:nvPr/>
        </p:nvSpPr>
        <p:spPr>
          <a:xfrm>
            <a:off x="891413" y="1606476"/>
            <a:ext cx="10377567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Cloud Sentiment Model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CSM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）是一种融合语义表征与不确定性建模的情感分析模型，其核心思想是</a:t>
            </a:r>
            <a:r>
              <a:rPr lang="zh-CN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利用预训练语言模型获取文本深层语义表示，进而通过云模型对文本情感倾向进行建模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。用于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处理模糊性高、情绪表达复杂的文本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A7076BC-B0AD-20FB-6C55-6C017D085386}"/>
              </a:ext>
            </a:extLst>
          </p:cNvPr>
          <p:cNvSpPr txBox="1"/>
          <p:nvPr/>
        </p:nvSpPr>
        <p:spPr>
          <a:xfrm>
            <a:off x="891413" y="3031283"/>
            <a:ext cx="350043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该模型结构为原创结构，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包括以下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五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个部分：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①文本特征提取模块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②云模型参数生成模块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③云滴生成与隶属度计算模块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④可选的注意力机制模块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⑤多层感知机分类器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5BB6BD8-98F6-5AAA-8445-71477D7FAA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824" y="3091064"/>
            <a:ext cx="6965345" cy="218876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12104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34BF7-59F2-CAA9-FCAB-23951A6A4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AD2470-FEA1-A515-B0A3-8B375DDF768F}"/>
              </a:ext>
            </a:extLst>
          </p:cNvPr>
          <p:cNvSpPr txBox="1"/>
          <p:nvPr/>
        </p:nvSpPr>
        <p:spPr>
          <a:xfrm>
            <a:off x="-18288" y="0"/>
            <a:ext cx="12228576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99000">
                <a:schemeClr val="accent1">
                  <a:lumMod val="20000"/>
                  <a:lumOff val="80000"/>
                </a:schemeClr>
              </a:gs>
            </a:gsLst>
            <a:lin ang="6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08B7DC8-0886-1FA2-2FC4-5A74E00CEA19}"/>
              </a:ext>
            </a:extLst>
          </p:cNvPr>
          <p:cNvSpPr txBox="1"/>
          <p:nvPr/>
        </p:nvSpPr>
        <p:spPr>
          <a:xfrm>
            <a:off x="891414" y="6001930"/>
            <a:ext cx="10377568" cy="940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 cap="rnd">
            <a:noFill/>
            <a:round/>
          </a:ln>
          <a:effectLst>
            <a:outerShdw blurRad="76200" dist="50800" dir="5400000" algn="ctr" rotWithShape="0">
              <a:srgbClr val="CD9673">
                <a:alpha val="2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F4ACC540-BCE9-B35E-9B3C-6620B9CF0908}"/>
              </a:ext>
            </a:extLst>
          </p:cNvPr>
          <p:cNvSpPr txBox="1"/>
          <p:nvPr/>
        </p:nvSpPr>
        <p:spPr>
          <a:xfrm>
            <a:off x="0" y="419734"/>
            <a:ext cx="428561" cy="121453"/>
          </a:xfrm>
          <a:prstGeom prst="rect">
            <a:avLst/>
          </a:prstGeom>
          <a:solidFill>
            <a:schemeClr val="accent1"/>
          </a:solidFill>
          <a:ln w="25400" cap="sq">
            <a:solidFill>
              <a:schemeClr val="bg1"/>
            </a:solidFill>
            <a:miter/>
          </a:ln>
          <a:effectLst>
            <a:outerShdw blurRad="63500" algn="ctr" rotWithShape="0">
              <a:srgbClr val="000000">
                <a:alpha val="4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3D27E837-DD2B-2532-8249-4E216E763768}"/>
              </a:ext>
            </a:extLst>
          </p:cNvPr>
          <p:cNvSpPr txBox="1"/>
          <p:nvPr/>
        </p:nvSpPr>
        <p:spPr>
          <a:xfrm rot="5400000">
            <a:off x="-145315" y="292497"/>
            <a:ext cx="719190" cy="134200"/>
          </a:xfrm>
          <a:prstGeom prst="rect">
            <a:avLst/>
          </a:prstGeom>
          <a:solidFill>
            <a:schemeClr val="accent1"/>
          </a:solidFill>
          <a:ln w="25400" cap="sq">
            <a:solidFill>
              <a:schemeClr val="bg1"/>
            </a:solidFill>
            <a:miter/>
          </a:ln>
          <a:effectLst>
            <a:outerShdw blurRad="63500" algn="ctr" rotWithShape="0">
              <a:srgbClr val="000000">
                <a:alpha val="4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DE1BB4A1-EF79-3BDD-B05F-6593FFC720FB}"/>
              </a:ext>
            </a:extLst>
          </p:cNvPr>
          <p:cNvSpPr txBox="1"/>
          <p:nvPr/>
        </p:nvSpPr>
        <p:spPr>
          <a:xfrm>
            <a:off x="891414" y="937021"/>
            <a:ext cx="10377568" cy="4162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 cap="rnd">
            <a:noFill/>
            <a:round/>
          </a:ln>
          <a:effectLst>
            <a:outerShdw blurRad="76200" dist="50800" dir="5400000" algn="ctr" rotWithShape="0">
              <a:srgbClr val="CD9673">
                <a:alpha val="2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4D0FC37-853D-FDE4-6CD1-13B01C6126BE}"/>
              </a:ext>
            </a:extLst>
          </p:cNvPr>
          <p:cNvSpPr txBox="1"/>
          <p:nvPr/>
        </p:nvSpPr>
        <p:spPr>
          <a:xfrm>
            <a:off x="1383801" y="964916"/>
            <a:ext cx="9424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CSM</a:t>
            </a:r>
            <a:r>
              <a:rPr lang="zh-CN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模型总体架构设计</a:t>
            </a:r>
            <a:endParaRPr kumimoji="1"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1C2C9E9-A0D8-87AE-DA4C-9B1C0D31A93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60" b="19797"/>
          <a:stretch>
            <a:fillRect/>
          </a:stretch>
        </p:blipFill>
        <p:spPr bwMode="auto">
          <a:xfrm>
            <a:off x="5422865" y="1428860"/>
            <a:ext cx="5846117" cy="446422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B9081F0-FF1B-13D0-E0D2-DCBD3D3CD57B}"/>
              </a:ext>
            </a:extLst>
          </p:cNvPr>
          <p:cNvSpPr txBox="1"/>
          <p:nvPr/>
        </p:nvSpPr>
        <p:spPr>
          <a:xfrm>
            <a:off x="891414" y="1582340"/>
            <a:ext cx="430923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其中需要训练的部分结构如右图所示。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在获取句子语义向量之后，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CSM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模型将其</a:t>
            </a:r>
            <a:r>
              <a:rPr lang="en-US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[1]</a:t>
            </a:r>
            <a:r>
              <a:rPr lang="zh-CN" altLang="en-US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映射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为云模型的三个核心参数：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期望、熵和超熵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。然后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通过双重高斯采样机制</a:t>
            </a:r>
            <a:r>
              <a:rPr lang="en-US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[2]</a:t>
            </a:r>
            <a:r>
              <a:rPr lang="zh-CN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</a:t>
            </a:r>
            <a:r>
              <a:rPr lang="zh-CN" altLang="en-US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</a:t>
            </a:r>
            <a:r>
              <a:rPr lang="zh-CN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云滴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，并基于这些云滴</a:t>
            </a:r>
            <a:r>
              <a:rPr lang="en-US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[3]</a:t>
            </a:r>
            <a:r>
              <a:rPr lang="zh-CN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构建隶属度特征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，用于表达情感概念的空间分布。为了增强模型对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关键云滴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的建模能力，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CSM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提供了一个可选的</a:t>
            </a:r>
            <a:r>
              <a:rPr lang="en-US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[4]</a:t>
            </a:r>
            <a:r>
              <a:rPr lang="zh-CN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注意力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模块，基于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Scaled Dot-Product AttentionSDPA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）实现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隶属度展平后，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CSM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模型使用一个多层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感知机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对其进行</a:t>
            </a:r>
            <a:r>
              <a:rPr lang="en-US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[5]</a:t>
            </a:r>
            <a:r>
              <a:rPr lang="zh-CN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分类预测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。最终输出分类结果。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9C26DBAB-A450-3CC0-CF61-DBB0C101039A}"/>
              </a:ext>
            </a:extLst>
          </p:cNvPr>
          <p:cNvSpPr txBox="1"/>
          <p:nvPr/>
        </p:nvSpPr>
        <p:spPr>
          <a:xfrm>
            <a:off x="579455" y="238458"/>
            <a:ext cx="10377569" cy="53641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lvl="0">
              <a:lnSpc>
                <a:spcPct val="130000"/>
              </a:lnSpc>
              <a:defRPr/>
            </a:pPr>
            <a:r>
              <a:rPr kumimoji="1" lang="zh-CN" altLang="en-US" sz="2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模型设计与算法实现</a:t>
            </a:r>
          </a:p>
        </p:txBody>
      </p:sp>
    </p:spTree>
    <p:extLst>
      <p:ext uri="{BB962C8B-B14F-4D97-AF65-F5344CB8AC3E}">
        <p14:creationId xmlns:p14="http://schemas.microsoft.com/office/powerpoint/2010/main" val="27974392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7B9E6-183A-18DE-DD97-C5F447082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D2C8A0-8ED8-1DF3-529A-16C37F0E3A49}"/>
              </a:ext>
            </a:extLst>
          </p:cNvPr>
          <p:cNvSpPr txBox="1"/>
          <p:nvPr/>
        </p:nvSpPr>
        <p:spPr>
          <a:xfrm>
            <a:off x="-18288" y="0"/>
            <a:ext cx="12228576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99000">
                <a:schemeClr val="accent1">
                  <a:lumMod val="20000"/>
                  <a:lumOff val="80000"/>
                </a:schemeClr>
              </a:gs>
            </a:gsLst>
            <a:lin ang="6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F18E20DD-7BFF-F26E-9CFC-918F5C204013}"/>
              </a:ext>
            </a:extLst>
          </p:cNvPr>
          <p:cNvSpPr txBox="1"/>
          <p:nvPr/>
        </p:nvSpPr>
        <p:spPr>
          <a:xfrm>
            <a:off x="891414" y="6001930"/>
            <a:ext cx="10377568" cy="940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 cap="rnd">
            <a:noFill/>
            <a:round/>
          </a:ln>
          <a:effectLst>
            <a:outerShdw blurRad="76200" dist="50800" dir="5400000" algn="ctr" rotWithShape="0">
              <a:srgbClr val="CD9673">
                <a:alpha val="2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03CD19DB-AF80-0662-2951-56B73DD82C2B}"/>
              </a:ext>
            </a:extLst>
          </p:cNvPr>
          <p:cNvSpPr txBox="1"/>
          <p:nvPr/>
        </p:nvSpPr>
        <p:spPr>
          <a:xfrm>
            <a:off x="0" y="419734"/>
            <a:ext cx="428561" cy="121453"/>
          </a:xfrm>
          <a:prstGeom prst="rect">
            <a:avLst/>
          </a:prstGeom>
          <a:solidFill>
            <a:schemeClr val="accent1"/>
          </a:solidFill>
          <a:ln w="25400" cap="sq">
            <a:solidFill>
              <a:schemeClr val="bg1"/>
            </a:solidFill>
            <a:miter/>
          </a:ln>
          <a:effectLst>
            <a:outerShdw blurRad="63500" algn="ctr" rotWithShape="0">
              <a:srgbClr val="000000">
                <a:alpha val="4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7CD8B34D-84D6-F52B-F594-C805581DFDCF}"/>
              </a:ext>
            </a:extLst>
          </p:cNvPr>
          <p:cNvSpPr txBox="1"/>
          <p:nvPr/>
        </p:nvSpPr>
        <p:spPr>
          <a:xfrm rot="5400000">
            <a:off x="-145315" y="292497"/>
            <a:ext cx="719190" cy="134200"/>
          </a:xfrm>
          <a:prstGeom prst="rect">
            <a:avLst/>
          </a:prstGeom>
          <a:solidFill>
            <a:schemeClr val="accent1"/>
          </a:solidFill>
          <a:ln w="25400" cap="sq">
            <a:solidFill>
              <a:schemeClr val="bg1"/>
            </a:solidFill>
            <a:miter/>
          </a:ln>
          <a:effectLst>
            <a:outerShdw blurRad="63500" algn="ctr" rotWithShape="0">
              <a:srgbClr val="000000">
                <a:alpha val="4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1A04E7E8-AE60-FF52-4B83-0DA3F3127897}"/>
              </a:ext>
            </a:extLst>
          </p:cNvPr>
          <p:cNvSpPr txBox="1"/>
          <p:nvPr/>
        </p:nvSpPr>
        <p:spPr>
          <a:xfrm>
            <a:off x="891414" y="937021"/>
            <a:ext cx="10377568" cy="4162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 cap="rnd">
            <a:noFill/>
            <a:round/>
          </a:ln>
          <a:effectLst>
            <a:outerShdw blurRad="76200" dist="50800" dir="5400000" algn="ctr" rotWithShape="0">
              <a:srgbClr val="CD9673">
                <a:alpha val="2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3128F8D-A9D9-132E-4CF7-9B3B8277DC56}"/>
              </a:ext>
            </a:extLst>
          </p:cNvPr>
          <p:cNvSpPr txBox="1"/>
          <p:nvPr/>
        </p:nvSpPr>
        <p:spPr>
          <a:xfrm>
            <a:off x="1383801" y="964916"/>
            <a:ext cx="9424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CSM</a:t>
            </a:r>
            <a:r>
              <a:rPr lang="zh-CN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模型总体架构设计</a:t>
            </a:r>
            <a:endParaRPr kumimoji="1"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F4F1ECA-2172-1F39-352E-2865ABCFB9E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14" y="1630704"/>
            <a:ext cx="10377568" cy="370365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6C533E4-FC5E-D03E-00A0-719BAE0E8B2C}"/>
              </a:ext>
            </a:extLst>
          </p:cNvPr>
          <p:cNvSpPr txBox="1"/>
          <p:nvPr/>
        </p:nvSpPr>
        <p:spPr>
          <a:xfrm>
            <a:off x="3008385" y="5355191"/>
            <a:ext cx="6143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zh-CN"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云滴分布隶属度曲线及注意力机制对云滴加权的示意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0409E60C-FC25-691B-54C1-F3810E9EDDE7}"/>
              </a:ext>
            </a:extLst>
          </p:cNvPr>
          <p:cNvSpPr txBox="1"/>
          <p:nvPr/>
        </p:nvSpPr>
        <p:spPr>
          <a:xfrm>
            <a:off x="579455" y="238458"/>
            <a:ext cx="10377569" cy="53641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lvl="0">
              <a:lnSpc>
                <a:spcPct val="130000"/>
              </a:lnSpc>
              <a:defRPr/>
            </a:pPr>
            <a:r>
              <a:rPr kumimoji="1" lang="zh-CN" altLang="en-US" sz="2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模型设计与算法实现</a:t>
            </a:r>
          </a:p>
        </p:txBody>
      </p:sp>
    </p:spTree>
    <p:extLst>
      <p:ext uri="{BB962C8B-B14F-4D97-AF65-F5344CB8AC3E}">
        <p14:creationId xmlns:p14="http://schemas.microsoft.com/office/powerpoint/2010/main" val="42264097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DFEEB-7934-E112-6C09-FCE1ECBC2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60AB4-55DF-E84E-61C4-AE910C2015B8}"/>
              </a:ext>
            </a:extLst>
          </p:cNvPr>
          <p:cNvSpPr txBox="1"/>
          <p:nvPr/>
        </p:nvSpPr>
        <p:spPr>
          <a:xfrm>
            <a:off x="-18288" y="0"/>
            <a:ext cx="12228576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99000">
                <a:schemeClr val="accent1">
                  <a:lumMod val="20000"/>
                  <a:lumOff val="80000"/>
                </a:schemeClr>
              </a:gs>
            </a:gsLst>
            <a:lin ang="6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F4E83A5F-0F8F-B082-A26C-93138423B97E}"/>
              </a:ext>
            </a:extLst>
          </p:cNvPr>
          <p:cNvSpPr txBox="1"/>
          <p:nvPr/>
        </p:nvSpPr>
        <p:spPr>
          <a:xfrm>
            <a:off x="891414" y="6001930"/>
            <a:ext cx="10377568" cy="940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 cap="rnd">
            <a:noFill/>
            <a:round/>
          </a:ln>
          <a:effectLst>
            <a:outerShdw blurRad="76200" dist="50800" dir="5400000" algn="ctr" rotWithShape="0">
              <a:srgbClr val="CD9673">
                <a:alpha val="2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811A2634-B3DC-ADA8-0557-5A635C9BCC96}"/>
              </a:ext>
            </a:extLst>
          </p:cNvPr>
          <p:cNvSpPr txBox="1"/>
          <p:nvPr/>
        </p:nvSpPr>
        <p:spPr>
          <a:xfrm>
            <a:off x="0" y="419734"/>
            <a:ext cx="428561" cy="121453"/>
          </a:xfrm>
          <a:prstGeom prst="rect">
            <a:avLst/>
          </a:prstGeom>
          <a:solidFill>
            <a:schemeClr val="accent1"/>
          </a:solidFill>
          <a:ln w="25400" cap="sq">
            <a:solidFill>
              <a:schemeClr val="bg1"/>
            </a:solidFill>
            <a:miter/>
          </a:ln>
          <a:effectLst>
            <a:outerShdw blurRad="63500" algn="ctr" rotWithShape="0">
              <a:srgbClr val="000000">
                <a:alpha val="4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6968B8C5-01A9-D755-0F04-77AB4E90BFEC}"/>
              </a:ext>
            </a:extLst>
          </p:cNvPr>
          <p:cNvSpPr txBox="1"/>
          <p:nvPr/>
        </p:nvSpPr>
        <p:spPr>
          <a:xfrm rot="5400000">
            <a:off x="-145315" y="292497"/>
            <a:ext cx="719190" cy="134200"/>
          </a:xfrm>
          <a:prstGeom prst="rect">
            <a:avLst/>
          </a:prstGeom>
          <a:solidFill>
            <a:schemeClr val="accent1"/>
          </a:solidFill>
          <a:ln w="25400" cap="sq">
            <a:solidFill>
              <a:schemeClr val="bg1"/>
            </a:solidFill>
            <a:miter/>
          </a:ln>
          <a:effectLst>
            <a:outerShdw blurRad="63500" algn="ctr" rotWithShape="0">
              <a:srgbClr val="000000">
                <a:alpha val="4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D86E8B99-FA50-64F9-96B3-F05DAC02D6F2}"/>
              </a:ext>
            </a:extLst>
          </p:cNvPr>
          <p:cNvSpPr txBox="1"/>
          <p:nvPr/>
        </p:nvSpPr>
        <p:spPr>
          <a:xfrm>
            <a:off x="891414" y="937021"/>
            <a:ext cx="10377568" cy="4162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 cap="rnd">
            <a:noFill/>
            <a:round/>
          </a:ln>
          <a:effectLst>
            <a:outerShdw blurRad="76200" dist="50800" dir="5400000" algn="ctr" rotWithShape="0">
              <a:srgbClr val="CD9673">
                <a:alpha val="2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4918212-D6F0-0C57-1A52-3084A5D81A0F}"/>
              </a:ext>
            </a:extLst>
          </p:cNvPr>
          <p:cNvSpPr txBox="1"/>
          <p:nvPr/>
        </p:nvSpPr>
        <p:spPr>
          <a:xfrm>
            <a:off x="1383801" y="964916"/>
            <a:ext cx="9424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模型输出与不确定性度量方式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F091324-8CCA-A021-F5D6-151A996C436A}"/>
              </a:ext>
            </a:extLst>
          </p:cNvPr>
          <p:cNvSpPr txBox="1"/>
          <p:nvPr/>
        </p:nvSpPr>
        <p:spPr>
          <a:xfrm>
            <a:off x="891414" y="1551655"/>
            <a:ext cx="1037756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r>
              <a:rPr lang="zh-CN" altLang="en-US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最终输出</a:t>
            </a:r>
            <a:r>
              <a:rPr lang="zh-CN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输出情感标签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（如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Positive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Negative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），</a:t>
            </a:r>
            <a:r>
              <a:rPr lang="zh-CN" altLang="en-US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以及</a:t>
            </a:r>
            <a:r>
              <a:rPr lang="zh-CN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不确定性指标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我们采用了一种简洁而高效的不确定性度量方法：基于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Softmax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输出概率的最大值进行反推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Softmax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函数将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模型输出的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[B, C]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矩阵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转换为概率分布，并取其中的最大值作为模型对当前样本的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置信度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指标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BE7BD414-73B7-FFFC-4317-2DA4BC456A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5304138"/>
              </p:ext>
            </p:extLst>
          </p:nvPr>
        </p:nvGraphicFramePr>
        <p:xfrm>
          <a:off x="2981325" y="2574368"/>
          <a:ext cx="6582501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51664" imgH="257031" progId="Equation.DSMT4">
                  <p:embed/>
                </p:oleObj>
              </mc:Choice>
              <mc:Fallback>
                <p:oleObj name="Equation" r:id="rId2" imgW="2551664" imgH="257031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981325" y="2574368"/>
                        <a:ext cx="6582501" cy="663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1B108CB3-3D5E-2510-A067-41FB6B8355FB}"/>
              </a:ext>
            </a:extLst>
          </p:cNvPr>
          <p:cNvSpPr txBox="1"/>
          <p:nvPr/>
        </p:nvSpPr>
        <p:spPr>
          <a:xfrm>
            <a:off x="891414" y="3306549"/>
            <a:ext cx="10377568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不确定数值越接近</a:t>
            </a:r>
            <a:r>
              <a:rPr lang="en-US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，表示模型对预测结果高度自信；反之，若接近</a:t>
            </a:r>
            <a:r>
              <a:rPr lang="en-US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，说明模型在各类别间犹豫不决，反映模型</a:t>
            </a:r>
            <a:r>
              <a:rPr lang="en-US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信心不足</a:t>
            </a:r>
            <a:r>
              <a:rPr lang="en-US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优点在于实现简单、计算成本低、与原模型结构无缝集成，特别适合部署到实际系统中进行实时预测与筛查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7CF10AF-1B77-9918-3C04-570EB0F3BA2F}"/>
              </a:ext>
            </a:extLst>
          </p:cNvPr>
          <p:cNvSpPr txBox="1"/>
          <p:nvPr/>
        </p:nvSpPr>
        <p:spPr>
          <a:xfrm>
            <a:off x="3967163" y="4639764"/>
            <a:ext cx="61436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altLang="zh-CN" sz="1800" kern="1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&gt;&gt;&gt; </a:t>
            </a:r>
            <a:r>
              <a:rPr lang="zh-CN" altLang="zh-CN" sz="1800" kern="1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今天天气太好了！</a:t>
            </a:r>
          </a:p>
          <a:p>
            <a:pPr algn="just">
              <a:buNone/>
            </a:pPr>
            <a:r>
              <a:rPr lang="en-US" altLang="zh-CN" sz="1800" kern="1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Prediction: Positive, Uncertainty: 0.0912</a:t>
            </a:r>
            <a:endParaRPr lang="zh-CN" altLang="zh-CN" sz="1800" kern="10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algn="just">
              <a:buNone/>
            </a:pPr>
            <a:r>
              <a:rPr lang="en-US" altLang="zh-CN" sz="1800" kern="1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&gt;&gt;&gt; </a:t>
            </a:r>
            <a:r>
              <a:rPr lang="zh-CN" altLang="zh-CN" sz="1800" kern="1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工作真让人头大</a:t>
            </a:r>
          </a:p>
          <a:p>
            <a:pPr algn="just"/>
            <a:r>
              <a:rPr lang="en-US" altLang="zh-CN" sz="1800" kern="1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Prediction: Negative, Uncertainty: 0.3543</a:t>
            </a:r>
            <a:endParaRPr lang="zh-CN" altLang="zh-CN" sz="1800" kern="10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F248B517-FBFC-C40E-BE47-C5A0280436C2}"/>
              </a:ext>
            </a:extLst>
          </p:cNvPr>
          <p:cNvSpPr txBox="1"/>
          <p:nvPr/>
        </p:nvSpPr>
        <p:spPr>
          <a:xfrm>
            <a:off x="579455" y="238458"/>
            <a:ext cx="10377569" cy="53641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lvl="0">
              <a:lnSpc>
                <a:spcPct val="130000"/>
              </a:lnSpc>
              <a:defRPr/>
            </a:pPr>
            <a:r>
              <a:rPr kumimoji="1" lang="zh-CN" altLang="en-US" sz="2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模型设计与算法实现</a:t>
            </a:r>
          </a:p>
        </p:txBody>
      </p:sp>
    </p:spTree>
    <p:extLst>
      <p:ext uri="{BB962C8B-B14F-4D97-AF65-F5344CB8AC3E}">
        <p14:creationId xmlns:p14="http://schemas.microsoft.com/office/powerpoint/2010/main" val="41433376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200D1-2575-3D86-CFA4-8C528CDBE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>
            <a:extLst>
              <a:ext uri="{FF2B5EF4-FFF2-40B4-BE49-F238E27FC236}">
                <a16:creationId xmlns:a16="http://schemas.microsoft.com/office/drawing/2014/main" id="{466A4582-E99F-C8EE-FA31-6CD8D32DB58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8000"/>
          </a:blip>
          <a:srcRect/>
          <a:stretch>
            <a:fillRect/>
          </a:stretch>
        </p:blipFill>
        <p:spPr>
          <a:xfrm>
            <a:off x="3772953" y="0"/>
            <a:ext cx="8419047" cy="562539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163C21BC-21A3-341B-E549-359A20A337D4}"/>
              </a:ext>
            </a:extLst>
          </p:cNvPr>
          <p:cNvSpPr txBox="1"/>
          <p:nvPr/>
        </p:nvSpPr>
        <p:spPr>
          <a:xfrm>
            <a:off x="-9144" y="-9679"/>
            <a:ext cx="12210288" cy="6877359"/>
          </a:xfrm>
          <a:prstGeom prst="rect">
            <a:avLst/>
          </a:prstGeom>
          <a:solidFill>
            <a:schemeClr val="bg1">
              <a:alpha val="77962"/>
            </a:schemeClr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B95D2B59-685B-085B-6716-A4A8493F27F4}"/>
              </a:ext>
            </a:extLst>
          </p:cNvPr>
          <p:cNvSpPr txBox="1"/>
          <p:nvPr/>
        </p:nvSpPr>
        <p:spPr>
          <a:xfrm>
            <a:off x="0" y="-3318"/>
            <a:ext cx="3767922" cy="4007700"/>
          </a:xfrm>
          <a:custGeom>
            <a:avLst/>
            <a:gdLst>
              <a:gd name="connsiteX0" fmla="*/ 0 w 3593901"/>
              <a:gd name="connsiteY0" fmla="*/ 0 h 3822605"/>
              <a:gd name="connsiteX1" fmla="*/ 3570623 w 3593901"/>
              <a:gd name="connsiteY1" fmla="*/ 0 h 3822605"/>
              <a:gd name="connsiteX2" fmla="*/ 3576202 w 3593901"/>
              <a:gd name="connsiteY2" fmla="*/ 43906 h 3822605"/>
              <a:gd name="connsiteX3" fmla="*/ 3593901 w 3593901"/>
              <a:gd name="connsiteY3" fmla="*/ 394418 h 3822605"/>
              <a:gd name="connsiteX4" fmla="*/ 165714 w 3593901"/>
              <a:gd name="connsiteY4" fmla="*/ 3822605 h 3822605"/>
              <a:gd name="connsiteX5" fmla="*/ 0 w 3593901"/>
              <a:gd name="connsiteY5" fmla="*/ 3818415 h 3822605"/>
            </a:gdLst>
            <a:ahLst/>
            <a:cxnLst/>
            <a:rect l="l" t="t" r="r" b="b"/>
            <a:pathLst>
              <a:path w="3593901" h="3822605">
                <a:moveTo>
                  <a:pt x="0" y="0"/>
                </a:moveTo>
                <a:lnTo>
                  <a:pt x="3570623" y="0"/>
                </a:lnTo>
                <a:lnTo>
                  <a:pt x="3576202" y="43906"/>
                </a:lnTo>
                <a:cubicBezTo>
                  <a:pt x="3587906" y="159152"/>
                  <a:pt x="3593901" y="276085"/>
                  <a:pt x="3593901" y="394418"/>
                </a:cubicBezTo>
                <a:cubicBezTo>
                  <a:pt x="3593901" y="2287753"/>
                  <a:pt x="2059049" y="3822605"/>
                  <a:pt x="165714" y="3822605"/>
                </a:cubicBezTo>
                <a:lnTo>
                  <a:pt x="0" y="3818415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28305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1594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A48F30A1-08AD-FD82-D5AC-8A373E49558D}"/>
              </a:ext>
            </a:extLst>
          </p:cNvPr>
          <p:cNvSpPr txBox="1"/>
          <p:nvPr/>
        </p:nvSpPr>
        <p:spPr>
          <a:xfrm rot="10800000">
            <a:off x="8442364" y="2867045"/>
            <a:ext cx="3767922" cy="4007700"/>
          </a:xfrm>
          <a:custGeom>
            <a:avLst/>
            <a:gdLst>
              <a:gd name="connsiteX0" fmla="*/ 0 w 3593901"/>
              <a:gd name="connsiteY0" fmla="*/ 0 h 3822605"/>
              <a:gd name="connsiteX1" fmla="*/ 3570623 w 3593901"/>
              <a:gd name="connsiteY1" fmla="*/ 0 h 3822605"/>
              <a:gd name="connsiteX2" fmla="*/ 3576202 w 3593901"/>
              <a:gd name="connsiteY2" fmla="*/ 43906 h 3822605"/>
              <a:gd name="connsiteX3" fmla="*/ 3593901 w 3593901"/>
              <a:gd name="connsiteY3" fmla="*/ 394418 h 3822605"/>
              <a:gd name="connsiteX4" fmla="*/ 165714 w 3593901"/>
              <a:gd name="connsiteY4" fmla="*/ 3822605 h 3822605"/>
              <a:gd name="connsiteX5" fmla="*/ 0 w 3593901"/>
              <a:gd name="connsiteY5" fmla="*/ 3818415 h 3822605"/>
            </a:gdLst>
            <a:ahLst/>
            <a:cxnLst/>
            <a:rect l="l" t="t" r="r" b="b"/>
            <a:pathLst>
              <a:path w="3593901" h="3822605">
                <a:moveTo>
                  <a:pt x="0" y="0"/>
                </a:moveTo>
                <a:lnTo>
                  <a:pt x="3570623" y="0"/>
                </a:lnTo>
                <a:lnTo>
                  <a:pt x="3576202" y="43906"/>
                </a:lnTo>
                <a:cubicBezTo>
                  <a:pt x="3587906" y="159152"/>
                  <a:pt x="3593901" y="276085"/>
                  <a:pt x="3593901" y="394418"/>
                </a:cubicBezTo>
                <a:cubicBezTo>
                  <a:pt x="3593901" y="2287753"/>
                  <a:pt x="2059049" y="3822605"/>
                  <a:pt x="165714" y="3822605"/>
                </a:cubicBezTo>
                <a:lnTo>
                  <a:pt x="0" y="3818415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accent1">
                  <a:lumMod val="40000"/>
                  <a:lumOff val="60000"/>
                  <a:alpha val="29000"/>
                </a:schemeClr>
              </a:gs>
            </a:gsLst>
            <a:lin ang="21594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D439F17D-F58A-A579-8B53-BB0BD3B2ED2A}"/>
              </a:ext>
            </a:extLst>
          </p:cNvPr>
          <p:cNvSpPr txBox="1"/>
          <p:nvPr/>
        </p:nvSpPr>
        <p:spPr>
          <a:xfrm flipH="1">
            <a:off x="569423" y="489686"/>
            <a:ext cx="1672266" cy="549270"/>
          </a:xfrm>
          <a:custGeom>
            <a:avLst/>
            <a:gdLst>
              <a:gd name="connsiteX0" fmla="*/ 64839 w 1108502"/>
              <a:gd name="connsiteY0" fmla="*/ 32419 h 364097"/>
              <a:gd name="connsiteX1" fmla="*/ 32420 w 1108502"/>
              <a:gd name="connsiteY1" fmla="*/ 64839 h 364097"/>
              <a:gd name="connsiteX2" fmla="*/ 0 w 1108502"/>
              <a:gd name="connsiteY2" fmla="*/ 32419 h 364097"/>
              <a:gd name="connsiteX3" fmla="*/ 32420 w 1108502"/>
              <a:gd name="connsiteY3" fmla="*/ 0 h 364097"/>
              <a:gd name="connsiteX4" fmla="*/ 64839 w 1108502"/>
              <a:gd name="connsiteY4" fmla="*/ 32419 h 364097"/>
              <a:gd name="connsiteX5" fmla="*/ 180802 w 1108502"/>
              <a:gd name="connsiteY5" fmla="*/ 1247 h 364097"/>
              <a:gd name="connsiteX6" fmla="*/ 148382 w 1108502"/>
              <a:gd name="connsiteY6" fmla="*/ 33666 h 364097"/>
              <a:gd name="connsiteX7" fmla="*/ 180802 w 1108502"/>
              <a:gd name="connsiteY7" fmla="*/ 66086 h 364097"/>
              <a:gd name="connsiteX8" fmla="*/ 213222 w 1108502"/>
              <a:gd name="connsiteY8" fmla="*/ 33666 h 364097"/>
              <a:gd name="connsiteX9" fmla="*/ 180802 w 1108502"/>
              <a:gd name="connsiteY9" fmla="*/ 1247 h 364097"/>
              <a:gd name="connsiteX10" fmla="*/ 64839 w 1108502"/>
              <a:gd name="connsiteY10" fmla="*/ 182048 h 364097"/>
              <a:gd name="connsiteX11" fmla="*/ 32420 w 1108502"/>
              <a:gd name="connsiteY11" fmla="*/ 149629 h 364097"/>
              <a:gd name="connsiteX12" fmla="*/ 0 w 1108502"/>
              <a:gd name="connsiteY12" fmla="*/ 182048 h 364097"/>
              <a:gd name="connsiteX13" fmla="*/ 32420 w 1108502"/>
              <a:gd name="connsiteY13" fmla="*/ 214468 h 364097"/>
              <a:gd name="connsiteX14" fmla="*/ 64839 w 1108502"/>
              <a:gd name="connsiteY14" fmla="*/ 182048 h 364097"/>
              <a:gd name="connsiteX15" fmla="*/ 330431 w 1108502"/>
              <a:gd name="connsiteY15" fmla="*/ 1247 h 364097"/>
              <a:gd name="connsiteX16" fmla="*/ 298011 w 1108502"/>
              <a:gd name="connsiteY16" fmla="*/ 33666 h 364097"/>
              <a:gd name="connsiteX17" fmla="*/ 330431 w 1108502"/>
              <a:gd name="connsiteY17" fmla="*/ 66086 h 364097"/>
              <a:gd name="connsiteX18" fmla="*/ 362851 w 1108502"/>
              <a:gd name="connsiteY18" fmla="*/ 33666 h 364097"/>
              <a:gd name="connsiteX19" fmla="*/ 330431 w 1108502"/>
              <a:gd name="connsiteY19" fmla="*/ 1247 h 364097"/>
              <a:gd name="connsiteX20" fmla="*/ 480060 w 1108502"/>
              <a:gd name="connsiteY20" fmla="*/ 1247 h 364097"/>
              <a:gd name="connsiteX21" fmla="*/ 447640 w 1108502"/>
              <a:gd name="connsiteY21" fmla="*/ 33666 h 364097"/>
              <a:gd name="connsiteX22" fmla="*/ 480060 w 1108502"/>
              <a:gd name="connsiteY22" fmla="*/ 66086 h 364097"/>
              <a:gd name="connsiteX23" fmla="*/ 512480 w 1108502"/>
              <a:gd name="connsiteY23" fmla="*/ 33666 h 364097"/>
              <a:gd name="connsiteX24" fmla="*/ 480060 w 1108502"/>
              <a:gd name="connsiteY24" fmla="*/ 1247 h 364097"/>
              <a:gd name="connsiteX25" fmla="*/ 628442 w 1108502"/>
              <a:gd name="connsiteY25" fmla="*/ 1247 h 364097"/>
              <a:gd name="connsiteX26" fmla="*/ 596022 w 1108502"/>
              <a:gd name="connsiteY26" fmla="*/ 33666 h 364097"/>
              <a:gd name="connsiteX27" fmla="*/ 628442 w 1108502"/>
              <a:gd name="connsiteY27" fmla="*/ 66086 h 364097"/>
              <a:gd name="connsiteX28" fmla="*/ 660862 w 1108502"/>
              <a:gd name="connsiteY28" fmla="*/ 33666 h 364097"/>
              <a:gd name="connsiteX29" fmla="*/ 628442 w 1108502"/>
              <a:gd name="connsiteY29" fmla="*/ 1247 h 364097"/>
              <a:gd name="connsiteX30" fmla="*/ 778071 w 1108502"/>
              <a:gd name="connsiteY30" fmla="*/ 1247 h 364097"/>
              <a:gd name="connsiteX31" fmla="*/ 745652 w 1108502"/>
              <a:gd name="connsiteY31" fmla="*/ 33666 h 364097"/>
              <a:gd name="connsiteX32" fmla="*/ 778071 w 1108502"/>
              <a:gd name="connsiteY32" fmla="*/ 66086 h 364097"/>
              <a:gd name="connsiteX33" fmla="*/ 810491 w 1108502"/>
              <a:gd name="connsiteY33" fmla="*/ 33666 h 364097"/>
              <a:gd name="connsiteX34" fmla="*/ 778071 w 1108502"/>
              <a:gd name="connsiteY34" fmla="*/ 1247 h 364097"/>
              <a:gd name="connsiteX35" fmla="*/ 926453 w 1108502"/>
              <a:gd name="connsiteY35" fmla="*/ 1247 h 364097"/>
              <a:gd name="connsiteX36" fmla="*/ 894034 w 1108502"/>
              <a:gd name="connsiteY36" fmla="*/ 33666 h 364097"/>
              <a:gd name="connsiteX37" fmla="*/ 926453 w 1108502"/>
              <a:gd name="connsiteY37" fmla="*/ 66086 h 364097"/>
              <a:gd name="connsiteX38" fmla="*/ 958873 w 1108502"/>
              <a:gd name="connsiteY38" fmla="*/ 33666 h 364097"/>
              <a:gd name="connsiteX39" fmla="*/ 926453 w 1108502"/>
              <a:gd name="connsiteY39" fmla="*/ 1247 h 364097"/>
              <a:gd name="connsiteX40" fmla="*/ 1076082 w 1108502"/>
              <a:gd name="connsiteY40" fmla="*/ 1247 h 364097"/>
              <a:gd name="connsiteX41" fmla="*/ 1043663 w 1108502"/>
              <a:gd name="connsiteY41" fmla="*/ 33666 h 364097"/>
              <a:gd name="connsiteX42" fmla="*/ 1076082 w 1108502"/>
              <a:gd name="connsiteY42" fmla="*/ 66086 h 364097"/>
              <a:gd name="connsiteX43" fmla="*/ 1108503 w 1108502"/>
              <a:gd name="connsiteY43" fmla="*/ 33666 h 364097"/>
              <a:gd name="connsiteX44" fmla="*/ 1076082 w 1108502"/>
              <a:gd name="connsiteY44" fmla="*/ 1247 h 364097"/>
              <a:gd name="connsiteX45" fmla="*/ 180802 w 1108502"/>
              <a:gd name="connsiteY45" fmla="*/ 149629 h 364097"/>
              <a:gd name="connsiteX46" fmla="*/ 148382 w 1108502"/>
              <a:gd name="connsiteY46" fmla="*/ 182048 h 364097"/>
              <a:gd name="connsiteX47" fmla="*/ 180802 w 1108502"/>
              <a:gd name="connsiteY47" fmla="*/ 214468 h 364097"/>
              <a:gd name="connsiteX48" fmla="*/ 213222 w 1108502"/>
              <a:gd name="connsiteY48" fmla="*/ 182048 h 364097"/>
              <a:gd name="connsiteX49" fmla="*/ 180802 w 1108502"/>
              <a:gd name="connsiteY49" fmla="*/ 149629 h 364097"/>
              <a:gd name="connsiteX50" fmla="*/ 330431 w 1108502"/>
              <a:gd name="connsiteY50" fmla="*/ 149629 h 364097"/>
              <a:gd name="connsiteX51" fmla="*/ 298011 w 1108502"/>
              <a:gd name="connsiteY51" fmla="*/ 182048 h 364097"/>
              <a:gd name="connsiteX52" fmla="*/ 330431 w 1108502"/>
              <a:gd name="connsiteY52" fmla="*/ 214468 h 364097"/>
              <a:gd name="connsiteX53" fmla="*/ 362851 w 1108502"/>
              <a:gd name="connsiteY53" fmla="*/ 182048 h 364097"/>
              <a:gd name="connsiteX54" fmla="*/ 330431 w 1108502"/>
              <a:gd name="connsiteY54" fmla="*/ 149629 h 364097"/>
              <a:gd name="connsiteX55" fmla="*/ 480060 w 1108502"/>
              <a:gd name="connsiteY55" fmla="*/ 149629 h 364097"/>
              <a:gd name="connsiteX56" fmla="*/ 447640 w 1108502"/>
              <a:gd name="connsiteY56" fmla="*/ 182048 h 364097"/>
              <a:gd name="connsiteX57" fmla="*/ 480060 w 1108502"/>
              <a:gd name="connsiteY57" fmla="*/ 214468 h 364097"/>
              <a:gd name="connsiteX58" fmla="*/ 512480 w 1108502"/>
              <a:gd name="connsiteY58" fmla="*/ 182048 h 364097"/>
              <a:gd name="connsiteX59" fmla="*/ 480060 w 1108502"/>
              <a:gd name="connsiteY59" fmla="*/ 149629 h 364097"/>
              <a:gd name="connsiteX60" fmla="*/ 628442 w 1108502"/>
              <a:gd name="connsiteY60" fmla="*/ 149629 h 364097"/>
              <a:gd name="connsiteX61" fmla="*/ 596022 w 1108502"/>
              <a:gd name="connsiteY61" fmla="*/ 182048 h 364097"/>
              <a:gd name="connsiteX62" fmla="*/ 628442 w 1108502"/>
              <a:gd name="connsiteY62" fmla="*/ 214468 h 364097"/>
              <a:gd name="connsiteX63" fmla="*/ 660862 w 1108502"/>
              <a:gd name="connsiteY63" fmla="*/ 182048 h 364097"/>
              <a:gd name="connsiteX64" fmla="*/ 628442 w 1108502"/>
              <a:gd name="connsiteY64" fmla="*/ 149629 h 364097"/>
              <a:gd name="connsiteX65" fmla="*/ 778071 w 1108502"/>
              <a:gd name="connsiteY65" fmla="*/ 149629 h 364097"/>
              <a:gd name="connsiteX66" fmla="*/ 745652 w 1108502"/>
              <a:gd name="connsiteY66" fmla="*/ 182048 h 364097"/>
              <a:gd name="connsiteX67" fmla="*/ 778071 w 1108502"/>
              <a:gd name="connsiteY67" fmla="*/ 214468 h 364097"/>
              <a:gd name="connsiteX68" fmla="*/ 810491 w 1108502"/>
              <a:gd name="connsiteY68" fmla="*/ 182048 h 364097"/>
              <a:gd name="connsiteX69" fmla="*/ 778071 w 1108502"/>
              <a:gd name="connsiteY69" fmla="*/ 149629 h 364097"/>
              <a:gd name="connsiteX70" fmla="*/ 926453 w 1108502"/>
              <a:gd name="connsiteY70" fmla="*/ 149629 h 364097"/>
              <a:gd name="connsiteX71" fmla="*/ 894034 w 1108502"/>
              <a:gd name="connsiteY71" fmla="*/ 182048 h 364097"/>
              <a:gd name="connsiteX72" fmla="*/ 926453 w 1108502"/>
              <a:gd name="connsiteY72" fmla="*/ 214468 h 364097"/>
              <a:gd name="connsiteX73" fmla="*/ 958873 w 1108502"/>
              <a:gd name="connsiteY73" fmla="*/ 182048 h 364097"/>
              <a:gd name="connsiteX74" fmla="*/ 926453 w 1108502"/>
              <a:gd name="connsiteY74" fmla="*/ 149629 h 364097"/>
              <a:gd name="connsiteX75" fmla="*/ 1076082 w 1108502"/>
              <a:gd name="connsiteY75" fmla="*/ 149629 h 364097"/>
              <a:gd name="connsiteX76" fmla="*/ 1043663 w 1108502"/>
              <a:gd name="connsiteY76" fmla="*/ 182048 h 364097"/>
              <a:gd name="connsiteX77" fmla="*/ 1076082 w 1108502"/>
              <a:gd name="connsiteY77" fmla="*/ 214468 h 364097"/>
              <a:gd name="connsiteX78" fmla="*/ 1108503 w 1108502"/>
              <a:gd name="connsiteY78" fmla="*/ 182048 h 364097"/>
              <a:gd name="connsiteX79" fmla="*/ 1076082 w 1108502"/>
              <a:gd name="connsiteY79" fmla="*/ 149629 h 364097"/>
              <a:gd name="connsiteX80" fmla="*/ 32420 w 1108502"/>
              <a:gd name="connsiteY80" fmla="*/ 299258 h 364097"/>
              <a:gd name="connsiteX81" fmla="*/ 0 w 1108502"/>
              <a:gd name="connsiteY81" fmla="*/ 331678 h 364097"/>
              <a:gd name="connsiteX82" fmla="*/ 32420 w 1108502"/>
              <a:gd name="connsiteY82" fmla="*/ 364097 h 364097"/>
              <a:gd name="connsiteX83" fmla="*/ 64839 w 1108502"/>
              <a:gd name="connsiteY83" fmla="*/ 331678 h 364097"/>
              <a:gd name="connsiteX84" fmla="*/ 32420 w 1108502"/>
              <a:gd name="connsiteY84" fmla="*/ 299258 h 364097"/>
              <a:gd name="connsiteX85" fmla="*/ 180802 w 1108502"/>
              <a:gd name="connsiteY85" fmla="*/ 299258 h 364097"/>
              <a:gd name="connsiteX86" fmla="*/ 148382 w 1108502"/>
              <a:gd name="connsiteY86" fmla="*/ 331678 h 364097"/>
              <a:gd name="connsiteX87" fmla="*/ 180802 w 1108502"/>
              <a:gd name="connsiteY87" fmla="*/ 364097 h 364097"/>
              <a:gd name="connsiteX88" fmla="*/ 213222 w 1108502"/>
              <a:gd name="connsiteY88" fmla="*/ 331678 h 364097"/>
              <a:gd name="connsiteX89" fmla="*/ 180802 w 1108502"/>
              <a:gd name="connsiteY89" fmla="*/ 299258 h 364097"/>
              <a:gd name="connsiteX90" fmla="*/ 330431 w 1108502"/>
              <a:gd name="connsiteY90" fmla="*/ 299258 h 364097"/>
              <a:gd name="connsiteX91" fmla="*/ 298011 w 1108502"/>
              <a:gd name="connsiteY91" fmla="*/ 331678 h 364097"/>
              <a:gd name="connsiteX92" fmla="*/ 330431 w 1108502"/>
              <a:gd name="connsiteY92" fmla="*/ 364097 h 364097"/>
              <a:gd name="connsiteX93" fmla="*/ 362851 w 1108502"/>
              <a:gd name="connsiteY93" fmla="*/ 331678 h 364097"/>
              <a:gd name="connsiteX94" fmla="*/ 330431 w 1108502"/>
              <a:gd name="connsiteY94" fmla="*/ 299258 h 364097"/>
              <a:gd name="connsiteX95" fmla="*/ 480060 w 1108502"/>
              <a:gd name="connsiteY95" fmla="*/ 299258 h 364097"/>
              <a:gd name="connsiteX96" fmla="*/ 447640 w 1108502"/>
              <a:gd name="connsiteY96" fmla="*/ 331678 h 364097"/>
              <a:gd name="connsiteX97" fmla="*/ 480060 w 1108502"/>
              <a:gd name="connsiteY97" fmla="*/ 364097 h 364097"/>
              <a:gd name="connsiteX98" fmla="*/ 512480 w 1108502"/>
              <a:gd name="connsiteY98" fmla="*/ 331678 h 364097"/>
              <a:gd name="connsiteX99" fmla="*/ 480060 w 1108502"/>
              <a:gd name="connsiteY99" fmla="*/ 299258 h 364097"/>
              <a:gd name="connsiteX100" fmla="*/ 628442 w 1108502"/>
              <a:gd name="connsiteY100" fmla="*/ 299258 h 364097"/>
              <a:gd name="connsiteX101" fmla="*/ 596022 w 1108502"/>
              <a:gd name="connsiteY101" fmla="*/ 331678 h 364097"/>
              <a:gd name="connsiteX102" fmla="*/ 628442 w 1108502"/>
              <a:gd name="connsiteY102" fmla="*/ 364097 h 364097"/>
              <a:gd name="connsiteX103" fmla="*/ 660862 w 1108502"/>
              <a:gd name="connsiteY103" fmla="*/ 331678 h 364097"/>
              <a:gd name="connsiteX104" fmla="*/ 628442 w 1108502"/>
              <a:gd name="connsiteY104" fmla="*/ 299258 h 364097"/>
              <a:gd name="connsiteX105" fmla="*/ 778071 w 1108502"/>
              <a:gd name="connsiteY105" fmla="*/ 299258 h 364097"/>
              <a:gd name="connsiteX106" fmla="*/ 745652 w 1108502"/>
              <a:gd name="connsiteY106" fmla="*/ 331678 h 364097"/>
              <a:gd name="connsiteX107" fmla="*/ 778071 w 1108502"/>
              <a:gd name="connsiteY107" fmla="*/ 364097 h 364097"/>
              <a:gd name="connsiteX108" fmla="*/ 810491 w 1108502"/>
              <a:gd name="connsiteY108" fmla="*/ 331678 h 364097"/>
              <a:gd name="connsiteX109" fmla="*/ 778071 w 1108502"/>
              <a:gd name="connsiteY109" fmla="*/ 299258 h 364097"/>
              <a:gd name="connsiteX110" fmla="*/ 926453 w 1108502"/>
              <a:gd name="connsiteY110" fmla="*/ 299258 h 364097"/>
              <a:gd name="connsiteX111" fmla="*/ 894034 w 1108502"/>
              <a:gd name="connsiteY111" fmla="*/ 331678 h 364097"/>
              <a:gd name="connsiteX112" fmla="*/ 926453 w 1108502"/>
              <a:gd name="connsiteY112" fmla="*/ 364097 h 364097"/>
              <a:gd name="connsiteX113" fmla="*/ 958873 w 1108502"/>
              <a:gd name="connsiteY113" fmla="*/ 331678 h 364097"/>
              <a:gd name="connsiteX114" fmla="*/ 926453 w 1108502"/>
              <a:gd name="connsiteY114" fmla="*/ 299258 h 364097"/>
              <a:gd name="connsiteX115" fmla="*/ 1076082 w 1108502"/>
              <a:gd name="connsiteY115" fmla="*/ 299258 h 364097"/>
              <a:gd name="connsiteX116" fmla="*/ 1043663 w 1108502"/>
              <a:gd name="connsiteY116" fmla="*/ 331678 h 364097"/>
              <a:gd name="connsiteX117" fmla="*/ 1076082 w 1108502"/>
              <a:gd name="connsiteY117" fmla="*/ 364097 h 364097"/>
              <a:gd name="connsiteX118" fmla="*/ 1108503 w 1108502"/>
              <a:gd name="connsiteY118" fmla="*/ 331678 h 364097"/>
              <a:gd name="connsiteX119" fmla="*/ 1076082 w 1108502"/>
              <a:gd name="connsiteY119" fmla="*/ 299258 h 364097"/>
            </a:gdLst>
            <a:ahLst/>
            <a:cxnLst/>
            <a:rect l="l" t="t" r="r" b="b"/>
            <a:pathLst>
              <a:path w="1108502" h="364097">
                <a:moveTo>
                  <a:pt x="64839" y="32419"/>
                </a:moveTo>
                <a:cubicBezTo>
                  <a:pt x="64839" y="49876"/>
                  <a:pt x="49876" y="64839"/>
                  <a:pt x="32420" y="64839"/>
                </a:cubicBezTo>
                <a:cubicBezTo>
                  <a:pt x="14963" y="64839"/>
                  <a:pt x="0" y="49876"/>
                  <a:pt x="0" y="32419"/>
                </a:cubicBezTo>
                <a:cubicBezTo>
                  <a:pt x="0" y="14963"/>
                  <a:pt x="14963" y="0"/>
                  <a:pt x="32420" y="0"/>
                </a:cubicBezTo>
                <a:cubicBezTo>
                  <a:pt x="49876" y="1247"/>
                  <a:pt x="64839" y="14963"/>
                  <a:pt x="64839" y="32419"/>
                </a:cubicBezTo>
                <a:close/>
                <a:moveTo>
                  <a:pt x="180802" y="1247"/>
                </a:moveTo>
                <a:cubicBezTo>
                  <a:pt x="163345" y="1247"/>
                  <a:pt x="148382" y="16210"/>
                  <a:pt x="148382" y="33666"/>
                </a:cubicBezTo>
                <a:cubicBezTo>
                  <a:pt x="148382" y="51123"/>
                  <a:pt x="163345" y="66086"/>
                  <a:pt x="180802" y="66086"/>
                </a:cubicBezTo>
                <a:cubicBezTo>
                  <a:pt x="198258" y="66086"/>
                  <a:pt x="213222" y="51123"/>
                  <a:pt x="213222" y="33666"/>
                </a:cubicBezTo>
                <a:cubicBezTo>
                  <a:pt x="213222" y="14963"/>
                  <a:pt x="199505" y="1247"/>
                  <a:pt x="180802" y="1247"/>
                </a:cubicBezTo>
                <a:close/>
                <a:moveTo>
                  <a:pt x="64839" y="182048"/>
                </a:moveTo>
                <a:cubicBezTo>
                  <a:pt x="64839" y="164592"/>
                  <a:pt x="49876" y="149629"/>
                  <a:pt x="32420" y="149629"/>
                </a:cubicBezTo>
                <a:cubicBezTo>
                  <a:pt x="14963" y="149629"/>
                  <a:pt x="0" y="164592"/>
                  <a:pt x="0" y="182048"/>
                </a:cubicBezTo>
                <a:cubicBezTo>
                  <a:pt x="0" y="199505"/>
                  <a:pt x="14963" y="214468"/>
                  <a:pt x="32420" y="214468"/>
                </a:cubicBezTo>
                <a:cubicBezTo>
                  <a:pt x="49876" y="214468"/>
                  <a:pt x="64839" y="199505"/>
                  <a:pt x="64839" y="182048"/>
                </a:cubicBezTo>
                <a:close/>
                <a:moveTo>
                  <a:pt x="330431" y="1247"/>
                </a:moveTo>
                <a:cubicBezTo>
                  <a:pt x="312974" y="1247"/>
                  <a:pt x="298011" y="16210"/>
                  <a:pt x="298011" y="33666"/>
                </a:cubicBezTo>
                <a:cubicBezTo>
                  <a:pt x="298011" y="51123"/>
                  <a:pt x="312974" y="66086"/>
                  <a:pt x="330431" y="66086"/>
                </a:cubicBezTo>
                <a:cubicBezTo>
                  <a:pt x="347888" y="66086"/>
                  <a:pt x="362851" y="51123"/>
                  <a:pt x="362851" y="33666"/>
                </a:cubicBezTo>
                <a:cubicBezTo>
                  <a:pt x="362851" y="14963"/>
                  <a:pt x="347888" y="1247"/>
                  <a:pt x="330431" y="1247"/>
                </a:cubicBezTo>
                <a:close/>
                <a:moveTo>
                  <a:pt x="480060" y="1247"/>
                </a:moveTo>
                <a:cubicBezTo>
                  <a:pt x="462603" y="1247"/>
                  <a:pt x="447640" y="16210"/>
                  <a:pt x="447640" y="33666"/>
                </a:cubicBezTo>
                <a:cubicBezTo>
                  <a:pt x="447640" y="51123"/>
                  <a:pt x="462603" y="66086"/>
                  <a:pt x="480060" y="66086"/>
                </a:cubicBezTo>
                <a:cubicBezTo>
                  <a:pt x="497517" y="66086"/>
                  <a:pt x="512480" y="51123"/>
                  <a:pt x="512480" y="33666"/>
                </a:cubicBezTo>
                <a:cubicBezTo>
                  <a:pt x="511233" y="14963"/>
                  <a:pt x="497517" y="1247"/>
                  <a:pt x="480060" y="1247"/>
                </a:cubicBezTo>
                <a:close/>
                <a:moveTo>
                  <a:pt x="628442" y="1247"/>
                </a:moveTo>
                <a:cubicBezTo>
                  <a:pt x="610985" y="1247"/>
                  <a:pt x="596022" y="16210"/>
                  <a:pt x="596022" y="33666"/>
                </a:cubicBezTo>
                <a:cubicBezTo>
                  <a:pt x="596022" y="51123"/>
                  <a:pt x="610985" y="66086"/>
                  <a:pt x="628442" y="66086"/>
                </a:cubicBezTo>
                <a:cubicBezTo>
                  <a:pt x="645899" y="66086"/>
                  <a:pt x="660862" y="51123"/>
                  <a:pt x="660862" y="33666"/>
                </a:cubicBezTo>
                <a:cubicBezTo>
                  <a:pt x="660862" y="14963"/>
                  <a:pt x="645899" y="1247"/>
                  <a:pt x="628442" y="1247"/>
                </a:cubicBezTo>
                <a:close/>
                <a:moveTo>
                  <a:pt x="778071" y="1247"/>
                </a:moveTo>
                <a:cubicBezTo>
                  <a:pt x="760615" y="1247"/>
                  <a:pt x="745652" y="16210"/>
                  <a:pt x="745652" y="33666"/>
                </a:cubicBezTo>
                <a:cubicBezTo>
                  <a:pt x="745652" y="51123"/>
                  <a:pt x="760615" y="66086"/>
                  <a:pt x="778071" y="66086"/>
                </a:cubicBezTo>
                <a:cubicBezTo>
                  <a:pt x="795528" y="66086"/>
                  <a:pt x="810491" y="51123"/>
                  <a:pt x="810491" y="33666"/>
                </a:cubicBezTo>
                <a:cubicBezTo>
                  <a:pt x="809244" y="14963"/>
                  <a:pt x="795528" y="1247"/>
                  <a:pt x="778071" y="1247"/>
                </a:cubicBezTo>
                <a:close/>
                <a:moveTo>
                  <a:pt x="926453" y="1247"/>
                </a:moveTo>
                <a:cubicBezTo>
                  <a:pt x="908997" y="1247"/>
                  <a:pt x="894034" y="16210"/>
                  <a:pt x="894034" y="33666"/>
                </a:cubicBezTo>
                <a:cubicBezTo>
                  <a:pt x="894034" y="51123"/>
                  <a:pt x="908997" y="66086"/>
                  <a:pt x="926453" y="66086"/>
                </a:cubicBezTo>
                <a:cubicBezTo>
                  <a:pt x="943910" y="66086"/>
                  <a:pt x="958873" y="51123"/>
                  <a:pt x="958873" y="33666"/>
                </a:cubicBezTo>
                <a:cubicBezTo>
                  <a:pt x="958873" y="14963"/>
                  <a:pt x="943910" y="1247"/>
                  <a:pt x="926453" y="1247"/>
                </a:cubicBezTo>
                <a:close/>
                <a:moveTo>
                  <a:pt x="1076082" y="1247"/>
                </a:moveTo>
                <a:cubicBezTo>
                  <a:pt x="1058626" y="1247"/>
                  <a:pt x="1043663" y="16210"/>
                  <a:pt x="1043663" y="33666"/>
                </a:cubicBezTo>
                <a:cubicBezTo>
                  <a:pt x="1043663" y="51123"/>
                  <a:pt x="1058626" y="66086"/>
                  <a:pt x="1076082" y="66086"/>
                </a:cubicBezTo>
                <a:cubicBezTo>
                  <a:pt x="1093539" y="66086"/>
                  <a:pt x="1108503" y="51123"/>
                  <a:pt x="1108503" y="33666"/>
                </a:cubicBezTo>
                <a:cubicBezTo>
                  <a:pt x="1107255" y="14963"/>
                  <a:pt x="1093539" y="1247"/>
                  <a:pt x="1076082" y="1247"/>
                </a:cubicBezTo>
                <a:close/>
                <a:moveTo>
                  <a:pt x="180802" y="149629"/>
                </a:moveTo>
                <a:cubicBezTo>
                  <a:pt x="163345" y="149629"/>
                  <a:pt x="148382" y="164592"/>
                  <a:pt x="148382" y="182048"/>
                </a:cubicBezTo>
                <a:cubicBezTo>
                  <a:pt x="148382" y="199505"/>
                  <a:pt x="163345" y="214468"/>
                  <a:pt x="180802" y="214468"/>
                </a:cubicBezTo>
                <a:cubicBezTo>
                  <a:pt x="198258" y="214468"/>
                  <a:pt x="213222" y="199505"/>
                  <a:pt x="213222" y="182048"/>
                </a:cubicBezTo>
                <a:cubicBezTo>
                  <a:pt x="213222" y="164592"/>
                  <a:pt x="199505" y="149629"/>
                  <a:pt x="180802" y="149629"/>
                </a:cubicBezTo>
                <a:close/>
                <a:moveTo>
                  <a:pt x="330431" y="149629"/>
                </a:moveTo>
                <a:cubicBezTo>
                  <a:pt x="312974" y="149629"/>
                  <a:pt x="298011" y="164592"/>
                  <a:pt x="298011" y="182048"/>
                </a:cubicBezTo>
                <a:cubicBezTo>
                  <a:pt x="298011" y="199505"/>
                  <a:pt x="312974" y="214468"/>
                  <a:pt x="330431" y="214468"/>
                </a:cubicBezTo>
                <a:cubicBezTo>
                  <a:pt x="347888" y="214468"/>
                  <a:pt x="362851" y="199505"/>
                  <a:pt x="362851" y="182048"/>
                </a:cubicBezTo>
                <a:cubicBezTo>
                  <a:pt x="362851" y="164592"/>
                  <a:pt x="347888" y="149629"/>
                  <a:pt x="330431" y="149629"/>
                </a:cubicBezTo>
                <a:close/>
                <a:moveTo>
                  <a:pt x="480060" y="149629"/>
                </a:moveTo>
                <a:cubicBezTo>
                  <a:pt x="462603" y="149629"/>
                  <a:pt x="447640" y="164592"/>
                  <a:pt x="447640" y="182048"/>
                </a:cubicBezTo>
                <a:cubicBezTo>
                  <a:pt x="447640" y="199505"/>
                  <a:pt x="462603" y="214468"/>
                  <a:pt x="480060" y="214468"/>
                </a:cubicBezTo>
                <a:cubicBezTo>
                  <a:pt x="497517" y="214468"/>
                  <a:pt x="512480" y="199505"/>
                  <a:pt x="512480" y="182048"/>
                </a:cubicBezTo>
                <a:cubicBezTo>
                  <a:pt x="512480" y="164592"/>
                  <a:pt x="497517" y="149629"/>
                  <a:pt x="480060" y="149629"/>
                </a:cubicBezTo>
                <a:close/>
                <a:moveTo>
                  <a:pt x="628442" y="149629"/>
                </a:moveTo>
                <a:cubicBezTo>
                  <a:pt x="610985" y="149629"/>
                  <a:pt x="596022" y="164592"/>
                  <a:pt x="596022" y="182048"/>
                </a:cubicBezTo>
                <a:cubicBezTo>
                  <a:pt x="596022" y="199505"/>
                  <a:pt x="610985" y="214468"/>
                  <a:pt x="628442" y="214468"/>
                </a:cubicBezTo>
                <a:cubicBezTo>
                  <a:pt x="645899" y="214468"/>
                  <a:pt x="660862" y="199505"/>
                  <a:pt x="660862" y="182048"/>
                </a:cubicBezTo>
                <a:cubicBezTo>
                  <a:pt x="660862" y="164592"/>
                  <a:pt x="645899" y="149629"/>
                  <a:pt x="628442" y="149629"/>
                </a:cubicBezTo>
                <a:close/>
                <a:moveTo>
                  <a:pt x="778071" y="149629"/>
                </a:moveTo>
                <a:cubicBezTo>
                  <a:pt x="760615" y="149629"/>
                  <a:pt x="745652" y="164592"/>
                  <a:pt x="745652" y="182048"/>
                </a:cubicBezTo>
                <a:cubicBezTo>
                  <a:pt x="745652" y="199505"/>
                  <a:pt x="760615" y="214468"/>
                  <a:pt x="778071" y="214468"/>
                </a:cubicBezTo>
                <a:cubicBezTo>
                  <a:pt x="795528" y="214468"/>
                  <a:pt x="810491" y="199505"/>
                  <a:pt x="810491" y="182048"/>
                </a:cubicBezTo>
                <a:cubicBezTo>
                  <a:pt x="810491" y="164592"/>
                  <a:pt x="795528" y="149629"/>
                  <a:pt x="778071" y="149629"/>
                </a:cubicBezTo>
                <a:close/>
                <a:moveTo>
                  <a:pt x="926453" y="149629"/>
                </a:moveTo>
                <a:cubicBezTo>
                  <a:pt x="908997" y="149629"/>
                  <a:pt x="894034" y="164592"/>
                  <a:pt x="894034" y="182048"/>
                </a:cubicBezTo>
                <a:cubicBezTo>
                  <a:pt x="894034" y="199505"/>
                  <a:pt x="908997" y="214468"/>
                  <a:pt x="926453" y="214468"/>
                </a:cubicBezTo>
                <a:cubicBezTo>
                  <a:pt x="943910" y="214468"/>
                  <a:pt x="958873" y="199505"/>
                  <a:pt x="958873" y="182048"/>
                </a:cubicBezTo>
                <a:cubicBezTo>
                  <a:pt x="958873" y="164592"/>
                  <a:pt x="943910" y="149629"/>
                  <a:pt x="926453" y="149629"/>
                </a:cubicBezTo>
                <a:close/>
                <a:moveTo>
                  <a:pt x="1076082" y="149629"/>
                </a:moveTo>
                <a:cubicBezTo>
                  <a:pt x="1058626" y="149629"/>
                  <a:pt x="1043663" y="164592"/>
                  <a:pt x="1043663" y="182048"/>
                </a:cubicBezTo>
                <a:cubicBezTo>
                  <a:pt x="1043663" y="199505"/>
                  <a:pt x="1058626" y="214468"/>
                  <a:pt x="1076082" y="214468"/>
                </a:cubicBezTo>
                <a:cubicBezTo>
                  <a:pt x="1093539" y="214468"/>
                  <a:pt x="1108503" y="199505"/>
                  <a:pt x="1108503" y="182048"/>
                </a:cubicBezTo>
                <a:cubicBezTo>
                  <a:pt x="1108503" y="164592"/>
                  <a:pt x="1093539" y="149629"/>
                  <a:pt x="1076082" y="149629"/>
                </a:cubicBezTo>
                <a:close/>
                <a:moveTo>
                  <a:pt x="32420" y="299258"/>
                </a:moveTo>
                <a:cubicBezTo>
                  <a:pt x="14963" y="299258"/>
                  <a:pt x="0" y="314221"/>
                  <a:pt x="0" y="331678"/>
                </a:cubicBezTo>
                <a:cubicBezTo>
                  <a:pt x="0" y="349135"/>
                  <a:pt x="14963" y="364097"/>
                  <a:pt x="32420" y="364097"/>
                </a:cubicBezTo>
                <a:cubicBezTo>
                  <a:pt x="49876" y="364097"/>
                  <a:pt x="64839" y="349135"/>
                  <a:pt x="64839" y="331678"/>
                </a:cubicBezTo>
                <a:cubicBezTo>
                  <a:pt x="64839" y="314221"/>
                  <a:pt x="49876" y="299258"/>
                  <a:pt x="32420" y="299258"/>
                </a:cubicBezTo>
                <a:close/>
                <a:moveTo>
                  <a:pt x="180802" y="299258"/>
                </a:moveTo>
                <a:cubicBezTo>
                  <a:pt x="163345" y="299258"/>
                  <a:pt x="148382" y="314221"/>
                  <a:pt x="148382" y="331678"/>
                </a:cubicBezTo>
                <a:cubicBezTo>
                  <a:pt x="148382" y="349135"/>
                  <a:pt x="163345" y="364097"/>
                  <a:pt x="180802" y="364097"/>
                </a:cubicBezTo>
                <a:cubicBezTo>
                  <a:pt x="198258" y="364097"/>
                  <a:pt x="213222" y="349135"/>
                  <a:pt x="213222" y="331678"/>
                </a:cubicBezTo>
                <a:cubicBezTo>
                  <a:pt x="213222" y="314221"/>
                  <a:pt x="199505" y="299258"/>
                  <a:pt x="180802" y="299258"/>
                </a:cubicBezTo>
                <a:close/>
                <a:moveTo>
                  <a:pt x="330431" y="299258"/>
                </a:moveTo>
                <a:cubicBezTo>
                  <a:pt x="312974" y="299258"/>
                  <a:pt x="298011" y="314221"/>
                  <a:pt x="298011" y="331678"/>
                </a:cubicBezTo>
                <a:cubicBezTo>
                  <a:pt x="298011" y="349135"/>
                  <a:pt x="312974" y="364097"/>
                  <a:pt x="330431" y="364097"/>
                </a:cubicBezTo>
                <a:cubicBezTo>
                  <a:pt x="347888" y="364097"/>
                  <a:pt x="362851" y="349135"/>
                  <a:pt x="362851" y="331678"/>
                </a:cubicBezTo>
                <a:cubicBezTo>
                  <a:pt x="362851" y="314221"/>
                  <a:pt x="347888" y="299258"/>
                  <a:pt x="330431" y="299258"/>
                </a:cubicBezTo>
                <a:close/>
                <a:moveTo>
                  <a:pt x="480060" y="299258"/>
                </a:moveTo>
                <a:cubicBezTo>
                  <a:pt x="462603" y="299258"/>
                  <a:pt x="447640" y="314221"/>
                  <a:pt x="447640" y="331678"/>
                </a:cubicBezTo>
                <a:cubicBezTo>
                  <a:pt x="447640" y="349135"/>
                  <a:pt x="462603" y="364097"/>
                  <a:pt x="480060" y="364097"/>
                </a:cubicBezTo>
                <a:cubicBezTo>
                  <a:pt x="497517" y="364097"/>
                  <a:pt x="512480" y="349135"/>
                  <a:pt x="512480" y="331678"/>
                </a:cubicBezTo>
                <a:cubicBezTo>
                  <a:pt x="512480" y="314221"/>
                  <a:pt x="497517" y="299258"/>
                  <a:pt x="480060" y="299258"/>
                </a:cubicBezTo>
                <a:close/>
                <a:moveTo>
                  <a:pt x="628442" y="299258"/>
                </a:moveTo>
                <a:cubicBezTo>
                  <a:pt x="610985" y="299258"/>
                  <a:pt x="596022" y="314221"/>
                  <a:pt x="596022" y="331678"/>
                </a:cubicBezTo>
                <a:cubicBezTo>
                  <a:pt x="596022" y="349135"/>
                  <a:pt x="610985" y="364097"/>
                  <a:pt x="628442" y="364097"/>
                </a:cubicBezTo>
                <a:cubicBezTo>
                  <a:pt x="645899" y="364097"/>
                  <a:pt x="660862" y="349135"/>
                  <a:pt x="660862" y="331678"/>
                </a:cubicBezTo>
                <a:cubicBezTo>
                  <a:pt x="660862" y="314221"/>
                  <a:pt x="645899" y="299258"/>
                  <a:pt x="628442" y="299258"/>
                </a:cubicBezTo>
                <a:close/>
                <a:moveTo>
                  <a:pt x="778071" y="299258"/>
                </a:moveTo>
                <a:cubicBezTo>
                  <a:pt x="760615" y="299258"/>
                  <a:pt x="745652" y="314221"/>
                  <a:pt x="745652" y="331678"/>
                </a:cubicBezTo>
                <a:cubicBezTo>
                  <a:pt x="745652" y="349135"/>
                  <a:pt x="760615" y="364097"/>
                  <a:pt x="778071" y="364097"/>
                </a:cubicBezTo>
                <a:cubicBezTo>
                  <a:pt x="795528" y="364097"/>
                  <a:pt x="810491" y="349135"/>
                  <a:pt x="810491" y="331678"/>
                </a:cubicBezTo>
                <a:cubicBezTo>
                  <a:pt x="810491" y="314221"/>
                  <a:pt x="795528" y="299258"/>
                  <a:pt x="778071" y="299258"/>
                </a:cubicBezTo>
                <a:close/>
                <a:moveTo>
                  <a:pt x="926453" y="299258"/>
                </a:moveTo>
                <a:cubicBezTo>
                  <a:pt x="908997" y="299258"/>
                  <a:pt x="894034" y="314221"/>
                  <a:pt x="894034" y="331678"/>
                </a:cubicBezTo>
                <a:cubicBezTo>
                  <a:pt x="894034" y="349135"/>
                  <a:pt x="908997" y="364097"/>
                  <a:pt x="926453" y="364097"/>
                </a:cubicBezTo>
                <a:cubicBezTo>
                  <a:pt x="943910" y="364097"/>
                  <a:pt x="958873" y="349135"/>
                  <a:pt x="958873" y="331678"/>
                </a:cubicBezTo>
                <a:cubicBezTo>
                  <a:pt x="958873" y="314221"/>
                  <a:pt x="943910" y="299258"/>
                  <a:pt x="926453" y="299258"/>
                </a:cubicBezTo>
                <a:close/>
                <a:moveTo>
                  <a:pt x="1076082" y="299258"/>
                </a:moveTo>
                <a:cubicBezTo>
                  <a:pt x="1058626" y="299258"/>
                  <a:pt x="1043663" y="314221"/>
                  <a:pt x="1043663" y="331678"/>
                </a:cubicBezTo>
                <a:cubicBezTo>
                  <a:pt x="1043663" y="349135"/>
                  <a:pt x="1058626" y="364097"/>
                  <a:pt x="1076082" y="364097"/>
                </a:cubicBezTo>
                <a:cubicBezTo>
                  <a:pt x="1093539" y="364097"/>
                  <a:pt x="1108503" y="349135"/>
                  <a:pt x="1108503" y="331678"/>
                </a:cubicBezTo>
                <a:cubicBezTo>
                  <a:pt x="1108503" y="314221"/>
                  <a:pt x="1093539" y="299258"/>
                  <a:pt x="1076082" y="299258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0"/>
          </a:gradFill>
          <a:ln w="12468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CB93F52E-EBDB-467D-795B-B96453520239}"/>
              </a:ext>
            </a:extLst>
          </p:cNvPr>
          <p:cNvSpPr txBox="1"/>
          <p:nvPr/>
        </p:nvSpPr>
        <p:spPr>
          <a:xfrm flipH="1">
            <a:off x="9995058" y="5639841"/>
            <a:ext cx="1672266" cy="549270"/>
          </a:xfrm>
          <a:custGeom>
            <a:avLst/>
            <a:gdLst>
              <a:gd name="connsiteX0" fmla="*/ 64839 w 1108502"/>
              <a:gd name="connsiteY0" fmla="*/ 32419 h 364097"/>
              <a:gd name="connsiteX1" fmla="*/ 32420 w 1108502"/>
              <a:gd name="connsiteY1" fmla="*/ 64839 h 364097"/>
              <a:gd name="connsiteX2" fmla="*/ 0 w 1108502"/>
              <a:gd name="connsiteY2" fmla="*/ 32419 h 364097"/>
              <a:gd name="connsiteX3" fmla="*/ 32420 w 1108502"/>
              <a:gd name="connsiteY3" fmla="*/ 0 h 364097"/>
              <a:gd name="connsiteX4" fmla="*/ 64839 w 1108502"/>
              <a:gd name="connsiteY4" fmla="*/ 32419 h 364097"/>
              <a:gd name="connsiteX5" fmla="*/ 180802 w 1108502"/>
              <a:gd name="connsiteY5" fmla="*/ 1247 h 364097"/>
              <a:gd name="connsiteX6" fmla="*/ 148382 w 1108502"/>
              <a:gd name="connsiteY6" fmla="*/ 33666 h 364097"/>
              <a:gd name="connsiteX7" fmla="*/ 180802 w 1108502"/>
              <a:gd name="connsiteY7" fmla="*/ 66086 h 364097"/>
              <a:gd name="connsiteX8" fmla="*/ 213222 w 1108502"/>
              <a:gd name="connsiteY8" fmla="*/ 33666 h 364097"/>
              <a:gd name="connsiteX9" fmla="*/ 180802 w 1108502"/>
              <a:gd name="connsiteY9" fmla="*/ 1247 h 364097"/>
              <a:gd name="connsiteX10" fmla="*/ 64839 w 1108502"/>
              <a:gd name="connsiteY10" fmla="*/ 182048 h 364097"/>
              <a:gd name="connsiteX11" fmla="*/ 32420 w 1108502"/>
              <a:gd name="connsiteY11" fmla="*/ 149629 h 364097"/>
              <a:gd name="connsiteX12" fmla="*/ 0 w 1108502"/>
              <a:gd name="connsiteY12" fmla="*/ 182048 h 364097"/>
              <a:gd name="connsiteX13" fmla="*/ 32420 w 1108502"/>
              <a:gd name="connsiteY13" fmla="*/ 214468 h 364097"/>
              <a:gd name="connsiteX14" fmla="*/ 64839 w 1108502"/>
              <a:gd name="connsiteY14" fmla="*/ 182048 h 364097"/>
              <a:gd name="connsiteX15" fmla="*/ 330431 w 1108502"/>
              <a:gd name="connsiteY15" fmla="*/ 1247 h 364097"/>
              <a:gd name="connsiteX16" fmla="*/ 298011 w 1108502"/>
              <a:gd name="connsiteY16" fmla="*/ 33666 h 364097"/>
              <a:gd name="connsiteX17" fmla="*/ 330431 w 1108502"/>
              <a:gd name="connsiteY17" fmla="*/ 66086 h 364097"/>
              <a:gd name="connsiteX18" fmla="*/ 362851 w 1108502"/>
              <a:gd name="connsiteY18" fmla="*/ 33666 h 364097"/>
              <a:gd name="connsiteX19" fmla="*/ 330431 w 1108502"/>
              <a:gd name="connsiteY19" fmla="*/ 1247 h 364097"/>
              <a:gd name="connsiteX20" fmla="*/ 480060 w 1108502"/>
              <a:gd name="connsiteY20" fmla="*/ 1247 h 364097"/>
              <a:gd name="connsiteX21" fmla="*/ 447640 w 1108502"/>
              <a:gd name="connsiteY21" fmla="*/ 33666 h 364097"/>
              <a:gd name="connsiteX22" fmla="*/ 480060 w 1108502"/>
              <a:gd name="connsiteY22" fmla="*/ 66086 h 364097"/>
              <a:gd name="connsiteX23" fmla="*/ 512480 w 1108502"/>
              <a:gd name="connsiteY23" fmla="*/ 33666 h 364097"/>
              <a:gd name="connsiteX24" fmla="*/ 480060 w 1108502"/>
              <a:gd name="connsiteY24" fmla="*/ 1247 h 364097"/>
              <a:gd name="connsiteX25" fmla="*/ 628442 w 1108502"/>
              <a:gd name="connsiteY25" fmla="*/ 1247 h 364097"/>
              <a:gd name="connsiteX26" fmla="*/ 596022 w 1108502"/>
              <a:gd name="connsiteY26" fmla="*/ 33666 h 364097"/>
              <a:gd name="connsiteX27" fmla="*/ 628442 w 1108502"/>
              <a:gd name="connsiteY27" fmla="*/ 66086 h 364097"/>
              <a:gd name="connsiteX28" fmla="*/ 660862 w 1108502"/>
              <a:gd name="connsiteY28" fmla="*/ 33666 h 364097"/>
              <a:gd name="connsiteX29" fmla="*/ 628442 w 1108502"/>
              <a:gd name="connsiteY29" fmla="*/ 1247 h 364097"/>
              <a:gd name="connsiteX30" fmla="*/ 778071 w 1108502"/>
              <a:gd name="connsiteY30" fmla="*/ 1247 h 364097"/>
              <a:gd name="connsiteX31" fmla="*/ 745652 w 1108502"/>
              <a:gd name="connsiteY31" fmla="*/ 33666 h 364097"/>
              <a:gd name="connsiteX32" fmla="*/ 778071 w 1108502"/>
              <a:gd name="connsiteY32" fmla="*/ 66086 h 364097"/>
              <a:gd name="connsiteX33" fmla="*/ 810491 w 1108502"/>
              <a:gd name="connsiteY33" fmla="*/ 33666 h 364097"/>
              <a:gd name="connsiteX34" fmla="*/ 778071 w 1108502"/>
              <a:gd name="connsiteY34" fmla="*/ 1247 h 364097"/>
              <a:gd name="connsiteX35" fmla="*/ 926453 w 1108502"/>
              <a:gd name="connsiteY35" fmla="*/ 1247 h 364097"/>
              <a:gd name="connsiteX36" fmla="*/ 894034 w 1108502"/>
              <a:gd name="connsiteY36" fmla="*/ 33666 h 364097"/>
              <a:gd name="connsiteX37" fmla="*/ 926453 w 1108502"/>
              <a:gd name="connsiteY37" fmla="*/ 66086 h 364097"/>
              <a:gd name="connsiteX38" fmla="*/ 958873 w 1108502"/>
              <a:gd name="connsiteY38" fmla="*/ 33666 h 364097"/>
              <a:gd name="connsiteX39" fmla="*/ 926453 w 1108502"/>
              <a:gd name="connsiteY39" fmla="*/ 1247 h 364097"/>
              <a:gd name="connsiteX40" fmla="*/ 1076082 w 1108502"/>
              <a:gd name="connsiteY40" fmla="*/ 1247 h 364097"/>
              <a:gd name="connsiteX41" fmla="*/ 1043663 w 1108502"/>
              <a:gd name="connsiteY41" fmla="*/ 33666 h 364097"/>
              <a:gd name="connsiteX42" fmla="*/ 1076082 w 1108502"/>
              <a:gd name="connsiteY42" fmla="*/ 66086 h 364097"/>
              <a:gd name="connsiteX43" fmla="*/ 1108503 w 1108502"/>
              <a:gd name="connsiteY43" fmla="*/ 33666 h 364097"/>
              <a:gd name="connsiteX44" fmla="*/ 1076082 w 1108502"/>
              <a:gd name="connsiteY44" fmla="*/ 1247 h 364097"/>
              <a:gd name="connsiteX45" fmla="*/ 180802 w 1108502"/>
              <a:gd name="connsiteY45" fmla="*/ 149629 h 364097"/>
              <a:gd name="connsiteX46" fmla="*/ 148382 w 1108502"/>
              <a:gd name="connsiteY46" fmla="*/ 182048 h 364097"/>
              <a:gd name="connsiteX47" fmla="*/ 180802 w 1108502"/>
              <a:gd name="connsiteY47" fmla="*/ 214468 h 364097"/>
              <a:gd name="connsiteX48" fmla="*/ 213222 w 1108502"/>
              <a:gd name="connsiteY48" fmla="*/ 182048 h 364097"/>
              <a:gd name="connsiteX49" fmla="*/ 180802 w 1108502"/>
              <a:gd name="connsiteY49" fmla="*/ 149629 h 364097"/>
              <a:gd name="connsiteX50" fmla="*/ 330431 w 1108502"/>
              <a:gd name="connsiteY50" fmla="*/ 149629 h 364097"/>
              <a:gd name="connsiteX51" fmla="*/ 298011 w 1108502"/>
              <a:gd name="connsiteY51" fmla="*/ 182048 h 364097"/>
              <a:gd name="connsiteX52" fmla="*/ 330431 w 1108502"/>
              <a:gd name="connsiteY52" fmla="*/ 214468 h 364097"/>
              <a:gd name="connsiteX53" fmla="*/ 362851 w 1108502"/>
              <a:gd name="connsiteY53" fmla="*/ 182048 h 364097"/>
              <a:gd name="connsiteX54" fmla="*/ 330431 w 1108502"/>
              <a:gd name="connsiteY54" fmla="*/ 149629 h 364097"/>
              <a:gd name="connsiteX55" fmla="*/ 480060 w 1108502"/>
              <a:gd name="connsiteY55" fmla="*/ 149629 h 364097"/>
              <a:gd name="connsiteX56" fmla="*/ 447640 w 1108502"/>
              <a:gd name="connsiteY56" fmla="*/ 182048 h 364097"/>
              <a:gd name="connsiteX57" fmla="*/ 480060 w 1108502"/>
              <a:gd name="connsiteY57" fmla="*/ 214468 h 364097"/>
              <a:gd name="connsiteX58" fmla="*/ 512480 w 1108502"/>
              <a:gd name="connsiteY58" fmla="*/ 182048 h 364097"/>
              <a:gd name="connsiteX59" fmla="*/ 480060 w 1108502"/>
              <a:gd name="connsiteY59" fmla="*/ 149629 h 364097"/>
              <a:gd name="connsiteX60" fmla="*/ 628442 w 1108502"/>
              <a:gd name="connsiteY60" fmla="*/ 149629 h 364097"/>
              <a:gd name="connsiteX61" fmla="*/ 596022 w 1108502"/>
              <a:gd name="connsiteY61" fmla="*/ 182048 h 364097"/>
              <a:gd name="connsiteX62" fmla="*/ 628442 w 1108502"/>
              <a:gd name="connsiteY62" fmla="*/ 214468 h 364097"/>
              <a:gd name="connsiteX63" fmla="*/ 660862 w 1108502"/>
              <a:gd name="connsiteY63" fmla="*/ 182048 h 364097"/>
              <a:gd name="connsiteX64" fmla="*/ 628442 w 1108502"/>
              <a:gd name="connsiteY64" fmla="*/ 149629 h 364097"/>
              <a:gd name="connsiteX65" fmla="*/ 778071 w 1108502"/>
              <a:gd name="connsiteY65" fmla="*/ 149629 h 364097"/>
              <a:gd name="connsiteX66" fmla="*/ 745652 w 1108502"/>
              <a:gd name="connsiteY66" fmla="*/ 182048 h 364097"/>
              <a:gd name="connsiteX67" fmla="*/ 778071 w 1108502"/>
              <a:gd name="connsiteY67" fmla="*/ 214468 h 364097"/>
              <a:gd name="connsiteX68" fmla="*/ 810491 w 1108502"/>
              <a:gd name="connsiteY68" fmla="*/ 182048 h 364097"/>
              <a:gd name="connsiteX69" fmla="*/ 778071 w 1108502"/>
              <a:gd name="connsiteY69" fmla="*/ 149629 h 364097"/>
              <a:gd name="connsiteX70" fmla="*/ 926453 w 1108502"/>
              <a:gd name="connsiteY70" fmla="*/ 149629 h 364097"/>
              <a:gd name="connsiteX71" fmla="*/ 894034 w 1108502"/>
              <a:gd name="connsiteY71" fmla="*/ 182048 h 364097"/>
              <a:gd name="connsiteX72" fmla="*/ 926453 w 1108502"/>
              <a:gd name="connsiteY72" fmla="*/ 214468 h 364097"/>
              <a:gd name="connsiteX73" fmla="*/ 958873 w 1108502"/>
              <a:gd name="connsiteY73" fmla="*/ 182048 h 364097"/>
              <a:gd name="connsiteX74" fmla="*/ 926453 w 1108502"/>
              <a:gd name="connsiteY74" fmla="*/ 149629 h 364097"/>
              <a:gd name="connsiteX75" fmla="*/ 1076082 w 1108502"/>
              <a:gd name="connsiteY75" fmla="*/ 149629 h 364097"/>
              <a:gd name="connsiteX76" fmla="*/ 1043663 w 1108502"/>
              <a:gd name="connsiteY76" fmla="*/ 182048 h 364097"/>
              <a:gd name="connsiteX77" fmla="*/ 1076082 w 1108502"/>
              <a:gd name="connsiteY77" fmla="*/ 214468 h 364097"/>
              <a:gd name="connsiteX78" fmla="*/ 1108503 w 1108502"/>
              <a:gd name="connsiteY78" fmla="*/ 182048 h 364097"/>
              <a:gd name="connsiteX79" fmla="*/ 1076082 w 1108502"/>
              <a:gd name="connsiteY79" fmla="*/ 149629 h 364097"/>
              <a:gd name="connsiteX80" fmla="*/ 32420 w 1108502"/>
              <a:gd name="connsiteY80" fmla="*/ 299258 h 364097"/>
              <a:gd name="connsiteX81" fmla="*/ 0 w 1108502"/>
              <a:gd name="connsiteY81" fmla="*/ 331678 h 364097"/>
              <a:gd name="connsiteX82" fmla="*/ 32420 w 1108502"/>
              <a:gd name="connsiteY82" fmla="*/ 364097 h 364097"/>
              <a:gd name="connsiteX83" fmla="*/ 64839 w 1108502"/>
              <a:gd name="connsiteY83" fmla="*/ 331678 h 364097"/>
              <a:gd name="connsiteX84" fmla="*/ 32420 w 1108502"/>
              <a:gd name="connsiteY84" fmla="*/ 299258 h 364097"/>
              <a:gd name="connsiteX85" fmla="*/ 180802 w 1108502"/>
              <a:gd name="connsiteY85" fmla="*/ 299258 h 364097"/>
              <a:gd name="connsiteX86" fmla="*/ 148382 w 1108502"/>
              <a:gd name="connsiteY86" fmla="*/ 331678 h 364097"/>
              <a:gd name="connsiteX87" fmla="*/ 180802 w 1108502"/>
              <a:gd name="connsiteY87" fmla="*/ 364097 h 364097"/>
              <a:gd name="connsiteX88" fmla="*/ 213222 w 1108502"/>
              <a:gd name="connsiteY88" fmla="*/ 331678 h 364097"/>
              <a:gd name="connsiteX89" fmla="*/ 180802 w 1108502"/>
              <a:gd name="connsiteY89" fmla="*/ 299258 h 364097"/>
              <a:gd name="connsiteX90" fmla="*/ 330431 w 1108502"/>
              <a:gd name="connsiteY90" fmla="*/ 299258 h 364097"/>
              <a:gd name="connsiteX91" fmla="*/ 298011 w 1108502"/>
              <a:gd name="connsiteY91" fmla="*/ 331678 h 364097"/>
              <a:gd name="connsiteX92" fmla="*/ 330431 w 1108502"/>
              <a:gd name="connsiteY92" fmla="*/ 364097 h 364097"/>
              <a:gd name="connsiteX93" fmla="*/ 362851 w 1108502"/>
              <a:gd name="connsiteY93" fmla="*/ 331678 h 364097"/>
              <a:gd name="connsiteX94" fmla="*/ 330431 w 1108502"/>
              <a:gd name="connsiteY94" fmla="*/ 299258 h 364097"/>
              <a:gd name="connsiteX95" fmla="*/ 480060 w 1108502"/>
              <a:gd name="connsiteY95" fmla="*/ 299258 h 364097"/>
              <a:gd name="connsiteX96" fmla="*/ 447640 w 1108502"/>
              <a:gd name="connsiteY96" fmla="*/ 331678 h 364097"/>
              <a:gd name="connsiteX97" fmla="*/ 480060 w 1108502"/>
              <a:gd name="connsiteY97" fmla="*/ 364097 h 364097"/>
              <a:gd name="connsiteX98" fmla="*/ 512480 w 1108502"/>
              <a:gd name="connsiteY98" fmla="*/ 331678 h 364097"/>
              <a:gd name="connsiteX99" fmla="*/ 480060 w 1108502"/>
              <a:gd name="connsiteY99" fmla="*/ 299258 h 364097"/>
              <a:gd name="connsiteX100" fmla="*/ 628442 w 1108502"/>
              <a:gd name="connsiteY100" fmla="*/ 299258 h 364097"/>
              <a:gd name="connsiteX101" fmla="*/ 596022 w 1108502"/>
              <a:gd name="connsiteY101" fmla="*/ 331678 h 364097"/>
              <a:gd name="connsiteX102" fmla="*/ 628442 w 1108502"/>
              <a:gd name="connsiteY102" fmla="*/ 364097 h 364097"/>
              <a:gd name="connsiteX103" fmla="*/ 660862 w 1108502"/>
              <a:gd name="connsiteY103" fmla="*/ 331678 h 364097"/>
              <a:gd name="connsiteX104" fmla="*/ 628442 w 1108502"/>
              <a:gd name="connsiteY104" fmla="*/ 299258 h 364097"/>
              <a:gd name="connsiteX105" fmla="*/ 778071 w 1108502"/>
              <a:gd name="connsiteY105" fmla="*/ 299258 h 364097"/>
              <a:gd name="connsiteX106" fmla="*/ 745652 w 1108502"/>
              <a:gd name="connsiteY106" fmla="*/ 331678 h 364097"/>
              <a:gd name="connsiteX107" fmla="*/ 778071 w 1108502"/>
              <a:gd name="connsiteY107" fmla="*/ 364097 h 364097"/>
              <a:gd name="connsiteX108" fmla="*/ 810491 w 1108502"/>
              <a:gd name="connsiteY108" fmla="*/ 331678 h 364097"/>
              <a:gd name="connsiteX109" fmla="*/ 778071 w 1108502"/>
              <a:gd name="connsiteY109" fmla="*/ 299258 h 364097"/>
              <a:gd name="connsiteX110" fmla="*/ 926453 w 1108502"/>
              <a:gd name="connsiteY110" fmla="*/ 299258 h 364097"/>
              <a:gd name="connsiteX111" fmla="*/ 894034 w 1108502"/>
              <a:gd name="connsiteY111" fmla="*/ 331678 h 364097"/>
              <a:gd name="connsiteX112" fmla="*/ 926453 w 1108502"/>
              <a:gd name="connsiteY112" fmla="*/ 364097 h 364097"/>
              <a:gd name="connsiteX113" fmla="*/ 958873 w 1108502"/>
              <a:gd name="connsiteY113" fmla="*/ 331678 h 364097"/>
              <a:gd name="connsiteX114" fmla="*/ 926453 w 1108502"/>
              <a:gd name="connsiteY114" fmla="*/ 299258 h 364097"/>
              <a:gd name="connsiteX115" fmla="*/ 1076082 w 1108502"/>
              <a:gd name="connsiteY115" fmla="*/ 299258 h 364097"/>
              <a:gd name="connsiteX116" fmla="*/ 1043663 w 1108502"/>
              <a:gd name="connsiteY116" fmla="*/ 331678 h 364097"/>
              <a:gd name="connsiteX117" fmla="*/ 1076082 w 1108502"/>
              <a:gd name="connsiteY117" fmla="*/ 364097 h 364097"/>
              <a:gd name="connsiteX118" fmla="*/ 1108503 w 1108502"/>
              <a:gd name="connsiteY118" fmla="*/ 331678 h 364097"/>
              <a:gd name="connsiteX119" fmla="*/ 1076082 w 1108502"/>
              <a:gd name="connsiteY119" fmla="*/ 299258 h 364097"/>
            </a:gdLst>
            <a:ahLst/>
            <a:cxnLst/>
            <a:rect l="l" t="t" r="r" b="b"/>
            <a:pathLst>
              <a:path w="1108502" h="364097">
                <a:moveTo>
                  <a:pt x="64839" y="32419"/>
                </a:moveTo>
                <a:cubicBezTo>
                  <a:pt x="64839" y="49876"/>
                  <a:pt x="49876" y="64839"/>
                  <a:pt x="32420" y="64839"/>
                </a:cubicBezTo>
                <a:cubicBezTo>
                  <a:pt x="14963" y="64839"/>
                  <a:pt x="0" y="49876"/>
                  <a:pt x="0" y="32419"/>
                </a:cubicBezTo>
                <a:cubicBezTo>
                  <a:pt x="0" y="14963"/>
                  <a:pt x="14963" y="0"/>
                  <a:pt x="32420" y="0"/>
                </a:cubicBezTo>
                <a:cubicBezTo>
                  <a:pt x="49876" y="1247"/>
                  <a:pt x="64839" y="14963"/>
                  <a:pt x="64839" y="32419"/>
                </a:cubicBezTo>
                <a:close/>
                <a:moveTo>
                  <a:pt x="180802" y="1247"/>
                </a:moveTo>
                <a:cubicBezTo>
                  <a:pt x="163345" y="1247"/>
                  <a:pt x="148382" y="16210"/>
                  <a:pt x="148382" y="33666"/>
                </a:cubicBezTo>
                <a:cubicBezTo>
                  <a:pt x="148382" y="51123"/>
                  <a:pt x="163345" y="66086"/>
                  <a:pt x="180802" y="66086"/>
                </a:cubicBezTo>
                <a:cubicBezTo>
                  <a:pt x="198258" y="66086"/>
                  <a:pt x="213222" y="51123"/>
                  <a:pt x="213222" y="33666"/>
                </a:cubicBezTo>
                <a:cubicBezTo>
                  <a:pt x="213222" y="14963"/>
                  <a:pt x="199505" y="1247"/>
                  <a:pt x="180802" y="1247"/>
                </a:cubicBezTo>
                <a:close/>
                <a:moveTo>
                  <a:pt x="64839" y="182048"/>
                </a:moveTo>
                <a:cubicBezTo>
                  <a:pt x="64839" y="164592"/>
                  <a:pt x="49876" y="149629"/>
                  <a:pt x="32420" y="149629"/>
                </a:cubicBezTo>
                <a:cubicBezTo>
                  <a:pt x="14963" y="149629"/>
                  <a:pt x="0" y="164592"/>
                  <a:pt x="0" y="182048"/>
                </a:cubicBezTo>
                <a:cubicBezTo>
                  <a:pt x="0" y="199505"/>
                  <a:pt x="14963" y="214468"/>
                  <a:pt x="32420" y="214468"/>
                </a:cubicBezTo>
                <a:cubicBezTo>
                  <a:pt x="49876" y="214468"/>
                  <a:pt x="64839" y="199505"/>
                  <a:pt x="64839" y="182048"/>
                </a:cubicBezTo>
                <a:close/>
                <a:moveTo>
                  <a:pt x="330431" y="1247"/>
                </a:moveTo>
                <a:cubicBezTo>
                  <a:pt x="312974" y="1247"/>
                  <a:pt x="298011" y="16210"/>
                  <a:pt x="298011" y="33666"/>
                </a:cubicBezTo>
                <a:cubicBezTo>
                  <a:pt x="298011" y="51123"/>
                  <a:pt x="312974" y="66086"/>
                  <a:pt x="330431" y="66086"/>
                </a:cubicBezTo>
                <a:cubicBezTo>
                  <a:pt x="347888" y="66086"/>
                  <a:pt x="362851" y="51123"/>
                  <a:pt x="362851" y="33666"/>
                </a:cubicBezTo>
                <a:cubicBezTo>
                  <a:pt x="362851" y="14963"/>
                  <a:pt x="347888" y="1247"/>
                  <a:pt x="330431" y="1247"/>
                </a:cubicBezTo>
                <a:close/>
                <a:moveTo>
                  <a:pt x="480060" y="1247"/>
                </a:moveTo>
                <a:cubicBezTo>
                  <a:pt x="462603" y="1247"/>
                  <a:pt x="447640" y="16210"/>
                  <a:pt x="447640" y="33666"/>
                </a:cubicBezTo>
                <a:cubicBezTo>
                  <a:pt x="447640" y="51123"/>
                  <a:pt x="462603" y="66086"/>
                  <a:pt x="480060" y="66086"/>
                </a:cubicBezTo>
                <a:cubicBezTo>
                  <a:pt x="497517" y="66086"/>
                  <a:pt x="512480" y="51123"/>
                  <a:pt x="512480" y="33666"/>
                </a:cubicBezTo>
                <a:cubicBezTo>
                  <a:pt x="511233" y="14963"/>
                  <a:pt x="497517" y="1247"/>
                  <a:pt x="480060" y="1247"/>
                </a:cubicBezTo>
                <a:close/>
                <a:moveTo>
                  <a:pt x="628442" y="1247"/>
                </a:moveTo>
                <a:cubicBezTo>
                  <a:pt x="610985" y="1247"/>
                  <a:pt x="596022" y="16210"/>
                  <a:pt x="596022" y="33666"/>
                </a:cubicBezTo>
                <a:cubicBezTo>
                  <a:pt x="596022" y="51123"/>
                  <a:pt x="610985" y="66086"/>
                  <a:pt x="628442" y="66086"/>
                </a:cubicBezTo>
                <a:cubicBezTo>
                  <a:pt x="645899" y="66086"/>
                  <a:pt x="660862" y="51123"/>
                  <a:pt x="660862" y="33666"/>
                </a:cubicBezTo>
                <a:cubicBezTo>
                  <a:pt x="660862" y="14963"/>
                  <a:pt x="645899" y="1247"/>
                  <a:pt x="628442" y="1247"/>
                </a:cubicBezTo>
                <a:close/>
                <a:moveTo>
                  <a:pt x="778071" y="1247"/>
                </a:moveTo>
                <a:cubicBezTo>
                  <a:pt x="760615" y="1247"/>
                  <a:pt x="745652" y="16210"/>
                  <a:pt x="745652" y="33666"/>
                </a:cubicBezTo>
                <a:cubicBezTo>
                  <a:pt x="745652" y="51123"/>
                  <a:pt x="760615" y="66086"/>
                  <a:pt x="778071" y="66086"/>
                </a:cubicBezTo>
                <a:cubicBezTo>
                  <a:pt x="795528" y="66086"/>
                  <a:pt x="810491" y="51123"/>
                  <a:pt x="810491" y="33666"/>
                </a:cubicBezTo>
                <a:cubicBezTo>
                  <a:pt x="809244" y="14963"/>
                  <a:pt x="795528" y="1247"/>
                  <a:pt x="778071" y="1247"/>
                </a:cubicBezTo>
                <a:close/>
                <a:moveTo>
                  <a:pt x="926453" y="1247"/>
                </a:moveTo>
                <a:cubicBezTo>
                  <a:pt x="908997" y="1247"/>
                  <a:pt x="894034" y="16210"/>
                  <a:pt x="894034" y="33666"/>
                </a:cubicBezTo>
                <a:cubicBezTo>
                  <a:pt x="894034" y="51123"/>
                  <a:pt x="908997" y="66086"/>
                  <a:pt x="926453" y="66086"/>
                </a:cubicBezTo>
                <a:cubicBezTo>
                  <a:pt x="943910" y="66086"/>
                  <a:pt x="958873" y="51123"/>
                  <a:pt x="958873" y="33666"/>
                </a:cubicBezTo>
                <a:cubicBezTo>
                  <a:pt x="958873" y="14963"/>
                  <a:pt x="943910" y="1247"/>
                  <a:pt x="926453" y="1247"/>
                </a:cubicBezTo>
                <a:close/>
                <a:moveTo>
                  <a:pt x="1076082" y="1247"/>
                </a:moveTo>
                <a:cubicBezTo>
                  <a:pt x="1058626" y="1247"/>
                  <a:pt x="1043663" y="16210"/>
                  <a:pt x="1043663" y="33666"/>
                </a:cubicBezTo>
                <a:cubicBezTo>
                  <a:pt x="1043663" y="51123"/>
                  <a:pt x="1058626" y="66086"/>
                  <a:pt x="1076082" y="66086"/>
                </a:cubicBezTo>
                <a:cubicBezTo>
                  <a:pt x="1093539" y="66086"/>
                  <a:pt x="1108503" y="51123"/>
                  <a:pt x="1108503" y="33666"/>
                </a:cubicBezTo>
                <a:cubicBezTo>
                  <a:pt x="1107255" y="14963"/>
                  <a:pt x="1093539" y="1247"/>
                  <a:pt x="1076082" y="1247"/>
                </a:cubicBezTo>
                <a:close/>
                <a:moveTo>
                  <a:pt x="180802" y="149629"/>
                </a:moveTo>
                <a:cubicBezTo>
                  <a:pt x="163345" y="149629"/>
                  <a:pt x="148382" y="164592"/>
                  <a:pt x="148382" y="182048"/>
                </a:cubicBezTo>
                <a:cubicBezTo>
                  <a:pt x="148382" y="199505"/>
                  <a:pt x="163345" y="214468"/>
                  <a:pt x="180802" y="214468"/>
                </a:cubicBezTo>
                <a:cubicBezTo>
                  <a:pt x="198258" y="214468"/>
                  <a:pt x="213222" y="199505"/>
                  <a:pt x="213222" y="182048"/>
                </a:cubicBezTo>
                <a:cubicBezTo>
                  <a:pt x="213222" y="164592"/>
                  <a:pt x="199505" y="149629"/>
                  <a:pt x="180802" y="149629"/>
                </a:cubicBezTo>
                <a:close/>
                <a:moveTo>
                  <a:pt x="330431" y="149629"/>
                </a:moveTo>
                <a:cubicBezTo>
                  <a:pt x="312974" y="149629"/>
                  <a:pt x="298011" y="164592"/>
                  <a:pt x="298011" y="182048"/>
                </a:cubicBezTo>
                <a:cubicBezTo>
                  <a:pt x="298011" y="199505"/>
                  <a:pt x="312974" y="214468"/>
                  <a:pt x="330431" y="214468"/>
                </a:cubicBezTo>
                <a:cubicBezTo>
                  <a:pt x="347888" y="214468"/>
                  <a:pt x="362851" y="199505"/>
                  <a:pt x="362851" y="182048"/>
                </a:cubicBezTo>
                <a:cubicBezTo>
                  <a:pt x="362851" y="164592"/>
                  <a:pt x="347888" y="149629"/>
                  <a:pt x="330431" y="149629"/>
                </a:cubicBezTo>
                <a:close/>
                <a:moveTo>
                  <a:pt x="480060" y="149629"/>
                </a:moveTo>
                <a:cubicBezTo>
                  <a:pt x="462603" y="149629"/>
                  <a:pt x="447640" y="164592"/>
                  <a:pt x="447640" y="182048"/>
                </a:cubicBezTo>
                <a:cubicBezTo>
                  <a:pt x="447640" y="199505"/>
                  <a:pt x="462603" y="214468"/>
                  <a:pt x="480060" y="214468"/>
                </a:cubicBezTo>
                <a:cubicBezTo>
                  <a:pt x="497517" y="214468"/>
                  <a:pt x="512480" y="199505"/>
                  <a:pt x="512480" y="182048"/>
                </a:cubicBezTo>
                <a:cubicBezTo>
                  <a:pt x="512480" y="164592"/>
                  <a:pt x="497517" y="149629"/>
                  <a:pt x="480060" y="149629"/>
                </a:cubicBezTo>
                <a:close/>
                <a:moveTo>
                  <a:pt x="628442" y="149629"/>
                </a:moveTo>
                <a:cubicBezTo>
                  <a:pt x="610985" y="149629"/>
                  <a:pt x="596022" y="164592"/>
                  <a:pt x="596022" y="182048"/>
                </a:cubicBezTo>
                <a:cubicBezTo>
                  <a:pt x="596022" y="199505"/>
                  <a:pt x="610985" y="214468"/>
                  <a:pt x="628442" y="214468"/>
                </a:cubicBezTo>
                <a:cubicBezTo>
                  <a:pt x="645899" y="214468"/>
                  <a:pt x="660862" y="199505"/>
                  <a:pt x="660862" y="182048"/>
                </a:cubicBezTo>
                <a:cubicBezTo>
                  <a:pt x="660862" y="164592"/>
                  <a:pt x="645899" y="149629"/>
                  <a:pt x="628442" y="149629"/>
                </a:cubicBezTo>
                <a:close/>
                <a:moveTo>
                  <a:pt x="778071" y="149629"/>
                </a:moveTo>
                <a:cubicBezTo>
                  <a:pt x="760615" y="149629"/>
                  <a:pt x="745652" y="164592"/>
                  <a:pt x="745652" y="182048"/>
                </a:cubicBezTo>
                <a:cubicBezTo>
                  <a:pt x="745652" y="199505"/>
                  <a:pt x="760615" y="214468"/>
                  <a:pt x="778071" y="214468"/>
                </a:cubicBezTo>
                <a:cubicBezTo>
                  <a:pt x="795528" y="214468"/>
                  <a:pt x="810491" y="199505"/>
                  <a:pt x="810491" y="182048"/>
                </a:cubicBezTo>
                <a:cubicBezTo>
                  <a:pt x="810491" y="164592"/>
                  <a:pt x="795528" y="149629"/>
                  <a:pt x="778071" y="149629"/>
                </a:cubicBezTo>
                <a:close/>
                <a:moveTo>
                  <a:pt x="926453" y="149629"/>
                </a:moveTo>
                <a:cubicBezTo>
                  <a:pt x="908997" y="149629"/>
                  <a:pt x="894034" y="164592"/>
                  <a:pt x="894034" y="182048"/>
                </a:cubicBezTo>
                <a:cubicBezTo>
                  <a:pt x="894034" y="199505"/>
                  <a:pt x="908997" y="214468"/>
                  <a:pt x="926453" y="214468"/>
                </a:cubicBezTo>
                <a:cubicBezTo>
                  <a:pt x="943910" y="214468"/>
                  <a:pt x="958873" y="199505"/>
                  <a:pt x="958873" y="182048"/>
                </a:cubicBezTo>
                <a:cubicBezTo>
                  <a:pt x="958873" y="164592"/>
                  <a:pt x="943910" y="149629"/>
                  <a:pt x="926453" y="149629"/>
                </a:cubicBezTo>
                <a:close/>
                <a:moveTo>
                  <a:pt x="1076082" y="149629"/>
                </a:moveTo>
                <a:cubicBezTo>
                  <a:pt x="1058626" y="149629"/>
                  <a:pt x="1043663" y="164592"/>
                  <a:pt x="1043663" y="182048"/>
                </a:cubicBezTo>
                <a:cubicBezTo>
                  <a:pt x="1043663" y="199505"/>
                  <a:pt x="1058626" y="214468"/>
                  <a:pt x="1076082" y="214468"/>
                </a:cubicBezTo>
                <a:cubicBezTo>
                  <a:pt x="1093539" y="214468"/>
                  <a:pt x="1108503" y="199505"/>
                  <a:pt x="1108503" y="182048"/>
                </a:cubicBezTo>
                <a:cubicBezTo>
                  <a:pt x="1108503" y="164592"/>
                  <a:pt x="1093539" y="149629"/>
                  <a:pt x="1076082" y="149629"/>
                </a:cubicBezTo>
                <a:close/>
                <a:moveTo>
                  <a:pt x="32420" y="299258"/>
                </a:moveTo>
                <a:cubicBezTo>
                  <a:pt x="14963" y="299258"/>
                  <a:pt x="0" y="314221"/>
                  <a:pt x="0" y="331678"/>
                </a:cubicBezTo>
                <a:cubicBezTo>
                  <a:pt x="0" y="349135"/>
                  <a:pt x="14963" y="364097"/>
                  <a:pt x="32420" y="364097"/>
                </a:cubicBezTo>
                <a:cubicBezTo>
                  <a:pt x="49876" y="364097"/>
                  <a:pt x="64839" y="349135"/>
                  <a:pt x="64839" y="331678"/>
                </a:cubicBezTo>
                <a:cubicBezTo>
                  <a:pt x="64839" y="314221"/>
                  <a:pt x="49876" y="299258"/>
                  <a:pt x="32420" y="299258"/>
                </a:cubicBezTo>
                <a:close/>
                <a:moveTo>
                  <a:pt x="180802" y="299258"/>
                </a:moveTo>
                <a:cubicBezTo>
                  <a:pt x="163345" y="299258"/>
                  <a:pt x="148382" y="314221"/>
                  <a:pt x="148382" y="331678"/>
                </a:cubicBezTo>
                <a:cubicBezTo>
                  <a:pt x="148382" y="349135"/>
                  <a:pt x="163345" y="364097"/>
                  <a:pt x="180802" y="364097"/>
                </a:cubicBezTo>
                <a:cubicBezTo>
                  <a:pt x="198258" y="364097"/>
                  <a:pt x="213222" y="349135"/>
                  <a:pt x="213222" y="331678"/>
                </a:cubicBezTo>
                <a:cubicBezTo>
                  <a:pt x="213222" y="314221"/>
                  <a:pt x="199505" y="299258"/>
                  <a:pt x="180802" y="299258"/>
                </a:cubicBezTo>
                <a:close/>
                <a:moveTo>
                  <a:pt x="330431" y="299258"/>
                </a:moveTo>
                <a:cubicBezTo>
                  <a:pt x="312974" y="299258"/>
                  <a:pt x="298011" y="314221"/>
                  <a:pt x="298011" y="331678"/>
                </a:cubicBezTo>
                <a:cubicBezTo>
                  <a:pt x="298011" y="349135"/>
                  <a:pt x="312974" y="364097"/>
                  <a:pt x="330431" y="364097"/>
                </a:cubicBezTo>
                <a:cubicBezTo>
                  <a:pt x="347888" y="364097"/>
                  <a:pt x="362851" y="349135"/>
                  <a:pt x="362851" y="331678"/>
                </a:cubicBezTo>
                <a:cubicBezTo>
                  <a:pt x="362851" y="314221"/>
                  <a:pt x="347888" y="299258"/>
                  <a:pt x="330431" y="299258"/>
                </a:cubicBezTo>
                <a:close/>
                <a:moveTo>
                  <a:pt x="480060" y="299258"/>
                </a:moveTo>
                <a:cubicBezTo>
                  <a:pt x="462603" y="299258"/>
                  <a:pt x="447640" y="314221"/>
                  <a:pt x="447640" y="331678"/>
                </a:cubicBezTo>
                <a:cubicBezTo>
                  <a:pt x="447640" y="349135"/>
                  <a:pt x="462603" y="364097"/>
                  <a:pt x="480060" y="364097"/>
                </a:cubicBezTo>
                <a:cubicBezTo>
                  <a:pt x="497517" y="364097"/>
                  <a:pt x="512480" y="349135"/>
                  <a:pt x="512480" y="331678"/>
                </a:cubicBezTo>
                <a:cubicBezTo>
                  <a:pt x="512480" y="314221"/>
                  <a:pt x="497517" y="299258"/>
                  <a:pt x="480060" y="299258"/>
                </a:cubicBezTo>
                <a:close/>
                <a:moveTo>
                  <a:pt x="628442" y="299258"/>
                </a:moveTo>
                <a:cubicBezTo>
                  <a:pt x="610985" y="299258"/>
                  <a:pt x="596022" y="314221"/>
                  <a:pt x="596022" y="331678"/>
                </a:cubicBezTo>
                <a:cubicBezTo>
                  <a:pt x="596022" y="349135"/>
                  <a:pt x="610985" y="364097"/>
                  <a:pt x="628442" y="364097"/>
                </a:cubicBezTo>
                <a:cubicBezTo>
                  <a:pt x="645899" y="364097"/>
                  <a:pt x="660862" y="349135"/>
                  <a:pt x="660862" y="331678"/>
                </a:cubicBezTo>
                <a:cubicBezTo>
                  <a:pt x="660862" y="314221"/>
                  <a:pt x="645899" y="299258"/>
                  <a:pt x="628442" y="299258"/>
                </a:cubicBezTo>
                <a:close/>
                <a:moveTo>
                  <a:pt x="778071" y="299258"/>
                </a:moveTo>
                <a:cubicBezTo>
                  <a:pt x="760615" y="299258"/>
                  <a:pt x="745652" y="314221"/>
                  <a:pt x="745652" y="331678"/>
                </a:cubicBezTo>
                <a:cubicBezTo>
                  <a:pt x="745652" y="349135"/>
                  <a:pt x="760615" y="364097"/>
                  <a:pt x="778071" y="364097"/>
                </a:cubicBezTo>
                <a:cubicBezTo>
                  <a:pt x="795528" y="364097"/>
                  <a:pt x="810491" y="349135"/>
                  <a:pt x="810491" y="331678"/>
                </a:cubicBezTo>
                <a:cubicBezTo>
                  <a:pt x="810491" y="314221"/>
                  <a:pt x="795528" y="299258"/>
                  <a:pt x="778071" y="299258"/>
                </a:cubicBezTo>
                <a:close/>
                <a:moveTo>
                  <a:pt x="926453" y="299258"/>
                </a:moveTo>
                <a:cubicBezTo>
                  <a:pt x="908997" y="299258"/>
                  <a:pt x="894034" y="314221"/>
                  <a:pt x="894034" y="331678"/>
                </a:cubicBezTo>
                <a:cubicBezTo>
                  <a:pt x="894034" y="349135"/>
                  <a:pt x="908997" y="364097"/>
                  <a:pt x="926453" y="364097"/>
                </a:cubicBezTo>
                <a:cubicBezTo>
                  <a:pt x="943910" y="364097"/>
                  <a:pt x="958873" y="349135"/>
                  <a:pt x="958873" y="331678"/>
                </a:cubicBezTo>
                <a:cubicBezTo>
                  <a:pt x="958873" y="314221"/>
                  <a:pt x="943910" y="299258"/>
                  <a:pt x="926453" y="299258"/>
                </a:cubicBezTo>
                <a:close/>
                <a:moveTo>
                  <a:pt x="1076082" y="299258"/>
                </a:moveTo>
                <a:cubicBezTo>
                  <a:pt x="1058626" y="299258"/>
                  <a:pt x="1043663" y="314221"/>
                  <a:pt x="1043663" y="331678"/>
                </a:cubicBezTo>
                <a:cubicBezTo>
                  <a:pt x="1043663" y="349135"/>
                  <a:pt x="1058626" y="364097"/>
                  <a:pt x="1076082" y="364097"/>
                </a:cubicBezTo>
                <a:cubicBezTo>
                  <a:pt x="1093539" y="364097"/>
                  <a:pt x="1108503" y="349135"/>
                  <a:pt x="1108503" y="331678"/>
                </a:cubicBezTo>
                <a:cubicBezTo>
                  <a:pt x="1108503" y="314221"/>
                  <a:pt x="1093539" y="299258"/>
                  <a:pt x="1076082" y="299258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0"/>
          </a:gradFill>
          <a:ln w="12468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3BFBA3ED-FC0B-68A6-97AA-9DE516E6983C}"/>
              </a:ext>
            </a:extLst>
          </p:cNvPr>
          <p:cNvSpPr txBox="1"/>
          <p:nvPr/>
        </p:nvSpPr>
        <p:spPr>
          <a:xfrm>
            <a:off x="2683263" y="3071176"/>
            <a:ext cx="7040627" cy="23239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实验设计与数据处理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69AD7454-688C-4B9E-2E6B-888EF5B84B14}"/>
              </a:ext>
            </a:extLst>
          </p:cNvPr>
          <p:cNvSpPr txBox="1"/>
          <p:nvPr/>
        </p:nvSpPr>
        <p:spPr>
          <a:xfrm>
            <a:off x="5172981" y="-411079"/>
            <a:ext cx="2574696" cy="3482255"/>
          </a:xfrm>
          <a:prstGeom prst="rect">
            <a:avLst/>
          </a:prstGeom>
          <a:noFill/>
          <a:ln cap="sq">
            <a:noFill/>
          </a:ln>
          <a:effectLst>
            <a:outerShdw blurRad="457200" dist="127000" dir="5400000" sx="90000" sy="90000" rotWithShape="0">
              <a:srgbClr val="4E82EA">
                <a:alpha val="60000"/>
              </a:srgbClr>
            </a:outerShdw>
          </a:effectLst>
        </p:spPr>
        <p:txBody>
          <a:bodyPr vert="horz"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0" b="1" i="0" u="none" strike="noStrike" kern="1200" cap="none" spc="0" normalizeH="0" baseline="0" noProof="0">
                <a:ln w="12700">
                  <a:noFill/>
                </a:ln>
                <a:solidFill>
                  <a:srgbClr val="0F6FC6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/>
              </a:rPr>
              <a:t>04</a:t>
            </a: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3A005F9A-9935-7D53-655B-B7BF3998B48F}"/>
              </a:ext>
            </a:extLst>
          </p:cNvPr>
          <p:cNvSpPr txBox="1"/>
          <p:nvPr/>
        </p:nvSpPr>
        <p:spPr>
          <a:xfrm>
            <a:off x="7066145" y="1645832"/>
            <a:ext cx="457402" cy="366121"/>
          </a:xfrm>
          <a:custGeom>
            <a:avLst/>
            <a:gdLst/>
            <a:ahLst/>
            <a:cxnLst/>
            <a:rect l="l" t="t" r="r" b="b"/>
            <a:pathLst>
              <a:path w="671826" h="537753">
                <a:moveTo>
                  <a:pt x="364331" y="0"/>
                </a:moveTo>
                <a:lnTo>
                  <a:pt x="671826" y="0"/>
                </a:lnTo>
                <a:lnTo>
                  <a:pt x="671826" y="244831"/>
                </a:lnTo>
                <a:cubicBezTo>
                  <a:pt x="668912" y="426510"/>
                  <a:pt x="566413" y="524151"/>
                  <a:pt x="364331" y="537753"/>
                </a:cubicBezTo>
                <a:lnTo>
                  <a:pt x="364331" y="409508"/>
                </a:lnTo>
                <a:cubicBezTo>
                  <a:pt x="410965" y="404651"/>
                  <a:pt x="446912" y="391535"/>
                  <a:pt x="472173" y="370161"/>
                </a:cubicBezTo>
                <a:cubicBezTo>
                  <a:pt x="494518" y="346843"/>
                  <a:pt x="505691" y="318183"/>
                  <a:pt x="505691" y="284178"/>
                </a:cubicBezTo>
                <a:lnTo>
                  <a:pt x="364331" y="284178"/>
                </a:lnTo>
                <a:close/>
                <a:moveTo>
                  <a:pt x="0" y="0"/>
                </a:moveTo>
                <a:lnTo>
                  <a:pt x="307495" y="0"/>
                </a:lnTo>
                <a:lnTo>
                  <a:pt x="307495" y="244831"/>
                </a:lnTo>
                <a:cubicBezTo>
                  <a:pt x="304580" y="426510"/>
                  <a:pt x="202082" y="524151"/>
                  <a:pt x="0" y="537753"/>
                </a:cubicBezTo>
                <a:lnTo>
                  <a:pt x="0" y="409508"/>
                </a:lnTo>
                <a:cubicBezTo>
                  <a:pt x="46634" y="404651"/>
                  <a:pt x="82581" y="391535"/>
                  <a:pt x="107842" y="370161"/>
                </a:cubicBezTo>
                <a:cubicBezTo>
                  <a:pt x="130187" y="346843"/>
                  <a:pt x="141360" y="318183"/>
                  <a:pt x="141360" y="284178"/>
                </a:cubicBezTo>
                <a:lnTo>
                  <a:pt x="0" y="284178"/>
                </a:lnTo>
                <a:close/>
              </a:path>
            </a:pathLst>
          </a:custGeom>
          <a:noFill/>
          <a:ln w="22225" cap="sq">
            <a:solidFill>
              <a:schemeClr val="accent1"/>
            </a:solidFill>
          </a:ln>
          <a:effectLst/>
        </p:spPr>
        <p:txBody>
          <a:bodyPr vert="horz" wrap="square" lIns="91440" tIns="45720" rIns="91440" bIns="4572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4" name="图片">
            <a:extLst>
              <a:ext uri="{FF2B5EF4-FFF2-40B4-BE49-F238E27FC236}">
                <a16:creationId xmlns:a16="http://schemas.microsoft.com/office/drawing/2014/main" id="{4CD848DF-1D90-955B-1167-A1D12DC5D39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 rot="194103">
            <a:off x="-728641" y="3222174"/>
            <a:ext cx="4026774" cy="40267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832424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B9FAD-3EAE-E2D1-2162-B60D30A33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2B7B7A-C865-46AA-C527-E3CDEFDBD3CB}"/>
              </a:ext>
            </a:extLst>
          </p:cNvPr>
          <p:cNvSpPr txBox="1"/>
          <p:nvPr/>
        </p:nvSpPr>
        <p:spPr>
          <a:xfrm>
            <a:off x="-18288" y="0"/>
            <a:ext cx="12228576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99000">
                <a:schemeClr val="accent1">
                  <a:lumMod val="20000"/>
                  <a:lumOff val="80000"/>
                </a:schemeClr>
              </a:gs>
            </a:gsLst>
            <a:lin ang="6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D99AC6B4-D36E-D70E-6BE1-8DA3D22283B1}"/>
              </a:ext>
            </a:extLst>
          </p:cNvPr>
          <p:cNvSpPr txBox="1"/>
          <p:nvPr/>
        </p:nvSpPr>
        <p:spPr>
          <a:xfrm>
            <a:off x="891414" y="6001930"/>
            <a:ext cx="10377568" cy="940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 cap="rnd">
            <a:noFill/>
            <a:round/>
          </a:ln>
          <a:effectLst>
            <a:outerShdw blurRad="76200" dist="50800" dir="5400000" algn="ctr" rotWithShape="0">
              <a:srgbClr val="CD9673">
                <a:alpha val="2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2F0A8548-38F3-6C83-B5AA-076899F04F9B}"/>
              </a:ext>
            </a:extLst>
          </p:cNvPr>
          <p:cNvSpPr txBox="1"/>
          <p:nvPr/>
        </p:nvSpPr>
        <p:spPr>
          <a:xfrm>
            <a:off x="579455" y="238458"/>
            <a:ext cx="10377569" cy="53641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lvl="0">
              <a:lnSpc>
                <a:spcPct val="130000"/>
              </a:lnSpc>
              <a:defRPr/>
            </a:pPr>
            <a:r>
              <a:rPr kumimoji="1" lang="zh-CN" altLang="en-US" sz="2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实验设计与数据预处理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A8F983CE-04E6-19DA-5A70-2F55786B89E8}"/>
              </a:ext>
            </a:extLst>
          </p:cNvPr>
          <p:cNvSpPr txBox="1"/>
          <p:nvPr/>
        </p:nvSpPr>
        <p:spPr>
          <a:xfrm>
            <a:off x="0" y="419734"/>
            <a:ext cx="428561" cy="121453"/>
          </a:xfrm>
          <a:prstGeom prst="rect">
            <a:avLst/>
          </a:prstGeom>
          <a:solidFill>
            <a:schemeClr val="accent1"/>
          </a:solidFill>
          <a:ln w="25400" cap="sq">
            <a:solidFill>
              <a:schemeClr val="bg1"/>
            </a:solidFill>
            <a:miter/>
          </a:ln>
          <a:effectLst>
            <a:outerShdw blurRad="63500" algn="ctr" rotWithShape="0">
              <a:srgbClr val="000000">
                <a:alpha val="4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250632B3-8C27-8530-3B82-CCA6C267FC36}"/>
              </a:ext>
            </a:extLst>
          </p:cNvPr>
          <p:cNvSpPr txBox="1"/>
          <p:nvPr/>
        </p:nvSpPr>
        <p:spPr>
          <a:xfrm rot="5400000">
            <a:off x="-145315" y="292497"/>
            <a:ext cx="719190" cy="134200"/>
          </a:xfrm>
          <a:prstGeom prst="rect">
            <a:avLst/>
          </a:prstGeom>
          <a:solidFill>
            <a:schemeClr val="accent1"/>
          </a:solidFill>
          <a:ln w="25400" cap="sq">
            <a:solidFill>
              <a:schemeClr val="bg1"/>
            </a:solidFill>
            <a:miter/>
          </a:ln>
          <a:effectLst>
            <a:outerShdw blurRad="63500" algn="ctr" rotWithShape="0">
              <a:srgbClr val="000000">
                <a:alpha val="4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A0F31F4B-744B-7FC1-32FF-E2298A8C5847}"/>
              </a:ext>
            </a:extLst>
          </p:cNvPr>
          <p:cNvSpPr txBox="1"/>
          <p:nvPr/>
        </p:nvSpPr>
        <p:spPr>
          <a:xfrm>
            <a:off x="891414" y="937021"/>
            <a:ext cx="10377568" cy="4162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 cap="rnd">
            <a:noFill/>
            <a:round/>
          </a:ln>
          <a:effectLst>
            <a:outerShdw blurRad="76200" dist="50800" dir="5400000" algn="ctr" rotWithShape="0">
              <a:srgbClr val="CD9673">
                <a:alpha val="2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497B267-5F0C-A4CF-459F-7626DDEBB908}"/>
              </a:ext>
            </a:extLst>
          </p:cNvPr>
          <p:cNvSpPr txBox="1"/>
          <p:nvPr/>
        </p:nvSpPr>
        <p:spPr>
          <a:xfrm>
            <a:off x="1383801" y="964916"/>
            <a:ext cx="9424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数据集来源，示例，清洗，预处理流程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CB234D4-4518-838F-BB34-B512854A945A}"/>
              </a:ext>
            </a:extLst>
          </p:cNvPr>
          <p:cNvSpPr txBox="1"/>
          <p:nvPr/>
        </p:nvSpPr>
        <p:spPr>
          <a:xfrm>
            <a:off x="891414" y="1551655"/>
            <a:ext cx="10377568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我们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选用了来自中文自然语言处理开源资源库</a:t>
            </a:r>
            <a:r>
              <a:rPr lang="en-US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ChineseNlpCorpus</a:t>
            </a:r>
            <a:r>
              <a:rPr lang="zh-CN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的数据集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。覆盖问答、分类、情感分析、阅读理解等多种任务范式，具有良好的通用性和实用性。原始数据以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csv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tsv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格式组织，每一行包含两个关键字段：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text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（文本内容）与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label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（对应情感标签）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。下面为部分数据示例：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为确保输入数据的质量和一致性，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还需要进行</a:t>
            </a:r>
            <a:r>
              <a:rPr lang="zh-CN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数据清洗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过滤掉空字符串、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None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类型、非字符串格式的文本样本。对于存在类型异常的文本条目，统一将其强制转换为字符串格式，以防止后续分词模块报错。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663C0AE-644D-60A8-3D46-C6A25AD48FB7}"/>
              </a:ext>
            </a:extLst>
          </p:cNvPr>
          <p:cNvSpPr txBox="1"/>
          <p:nvPr/>
        </p:nvSpPr>
        <p:spPr>
          <a:xfrm>
            <a:off x="3529879" y="2649739"/>
            <a:ext cx="5100637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altLang="zh-CN" sz="1800" kern="1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label,text</a:t>
            </a:r>
            <a:endParaRPr lang="zh-CN" altLang="zh-CN" sz="1800" kern="10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algn="just">
              <a:buNone/>
            </a:pPr>
            <a:r>
              <a:rPr lang="en-US" altLang="zh-CN" sz="1800" kern="1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1,</a:t>
            </a:r>
            <a:r>
              <a:rPr lang="zh-CN" altLang="zh-CN" sz="1800" kern="1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帅的呀，就是越来越爱你！</a:t>
            </a:r>
            <a:r>
              <a:rPr lang="en-US" altLang="zh-CN" sz="1800" kern="1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[</a:t>
            </a:r>
            <a:r>
              <a:rPr lang="zh-CN" altLang="zh-CN" sz="1800" kern="1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爱你</a:t>
            </a:r>
            <a:r>
              <a:rPr lang="en-US" altLang="zh-CN" sz="1800" kern="1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][</a:t>
            </a:r>
            <a:r>
              <a:rPr lang="zh-CN" altLang="zh-CN" sz="1800" kern="1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爱你</a:t>
            </a:r>
            <a:r>
              <a:rPr lang="en-US" altLang="zh-CN" sz="1800" kern="1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][</a:t>
            </a:r>
            <a:r>
              <a:rPr lang="zh-CN" altLang="zh-CN" sz="1800" kern="1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爱你</a:t>
            </a:r>
            <a:r>
              <a:rPr lang="en-US" altLang="zh-CN" sz="1800" kern="1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]</a:t>
            </a:r>
            <a:endParaRPr lang="zh-CN" altLang="zh-CN" sz="1800" kern="10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algn="just">
              <a:buNone/>
            </a:pPr>
            <a:r>
              <a:rPr lang="en-US" altLang="zh-CN" sz="1800" kern="1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1,</a:t>
            </a:r>
            <a:r>
              <a:rPr lang="zh-CN" altLang="zh-CN" sz="1800" kern="1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美</a:t>
            </a:r>
            <a:r>
              <a:rPr lang="en-US" altLang="zh-CN" sz="1800" kern="1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~~~~~[</a:t>
            </a:r>
            <a:r>
              <a:rPr lang="zh-CN" altLang="zh-CN" sz="1800" kern="1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爱你</a:t>
            </a:r>
            <a:r>
              <a:rPr lang="en-US" altLang="zh-CN" sz="1800" kern="1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]</a:t>
            </a:r>
            <a:endParaRPr lang="zh-CN" altLang="zh-CN" sz="1800" kern="10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algn="just">
              <a:buNone/>
            </a:pPr>
            <a:r>
              <a:rPr lang="en-US" altLang="zh-CN" sz="1800" kern="1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0,</a:t>
            </a:r>
            <a:r>
              <a:rPr lang="zh-CN" altLang="zh-CN" sz="1800" kern="1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写点儿字容易吗？降税降税</a:t>
            </a:r>
            <a:r>
              <a:rPr lang="en-US" altLang="zh-CN" sz="1800" kern="1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[</a:t>
            </a:r>
            <a:r>
              <a:rPr lang="zh-CN" altLang="zh-CN" sz="1800" kern="1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怒骂</a:t>
            </a:r>
            <a:r>
              <a:rPr lang="en-US" altLang="zh-CN" sz="1800" kern="1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]</a:t>
            </a:r>
            <a:endParaRPr lang="zh-CN" altLang="zh-CN" sz="1800" kern="100">
              <a:solidFill>
                <a:schemeClr val="tx1">
                  <a:lumMod val="75000"/>
                  <a:lumOff val="2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algn="just"/>
            <a:r>
              <a:rPr lang="en-US" altLang="zh-CN" sz="1800" kern="1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0,</a:t>
            </a:r>
            <a:r>
              <a:rPr lang="zh-CN" altLang="zh-CN" sz="1800" kern="1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可惜啊！它们不是我的啊！</a:t>
            </a:r>
            <a:r>
              <a:rPr lang="en-US" altLang="zh-CN" sz="1800" kern="1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[</a:t>
            </a:r>
            <a:r>
              <a:rPr lang="zh-CN" altLang="zh-CN" sz="1800" kern="1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泪</a:t>
            </a:r>
            <a:r>
              <a:rPr lang="en-US" altLang="zh-CN" sz="1800" kern="1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][</a:t>
            </a:r>
            <a:r>
              <a:rPr lang="zh-CN" altLang="zh-CN" sz="1800" kern="1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泪</a:t>
            </a:r>
            <a:r>
              <a:rPr lang="en-US" altLang="zh-CN" sz="1800" kern="1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]800000</a:t>
            </a:r>
            <a:r>
              <a:rPr lang="zh-CN" altLang="zh-CN" sz="1800" kern="1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啊</a:t>
            </a:r>
          </a:p>
        </p:txBody>
      </p:sp>
    </p:spTree>
    <p:extLst>
      <p:ext uri="{BB962C8B-B14F-4D97-AF65-F5344CB8AC3E}">
        <p14:creationId xmlns:p14="http://schemas.microsoft.com/office/powerpoint/2010/main" val="30344934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EC51E-1066-5259-8B77-38FF869B8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515E8A-9A85-86B7-1823-1459E2D97823}"/>
              </a:ext>
            </a:extLst>
          </p:cNvPr>
          <p:cNvSpPr txBox="1"/>
          <p:nvPr/>
        </p:nvSpPr>
        <p:spPr>
          <a:xfrm>
            <a:off x="-18288" y="0"/>
            <a:ext cx="12228576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99000">
                <a:schemeClr val="accent1">
                  <a:lumMod val="20000"/>
                  <a:lumOff val="80000"/>
                </a:schemeClr>
              </a:gs>
            </a:gsLst>
            <a:lin ang="6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DF1A3D76-6923-8F2F-D60D-23546C7E966E}"/>
              </a:ext>
            </a:extLst>
          </p:cNvPr>
          <p:cNvSpPr txBox="1"/>
          <p:nvPr/>
        </p:nvSpPr>
        <p:spPr>
          <a:xfrm>
            <a:off x="891414" y="6001930"/>
            <a:ext cx="10377568" cy="940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 cap="rnd">
            <a:noFill/>
            <a:round/>
          </a:ln>
          <a:effectLst>
            <a:outerShdw blurRad="76200" dist="50800" dir="5400000" algn="ctr" rotWithShape="0">
              <a:srgbClr val="CD9673">
                <a:alpha val="2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3DE00E18-1927-2EA1-5610-BD166D4B26D7}"/>
              </a:ext>
            </a:extLst>
          </p:cNvPr>
          <p:cNvSpPr txBox="1"/>
          <p:nvPr/>
        </p:nvSpPr>
        <p:spPr>
          <a:xfrm>
            <a:off x="0" y="419734"/>
            <a:ext cx="428561" cy="121453"/>
          </a:xfrm>
          <a:prstGeom prst="rect">
            <a:avLst/>
          </a:prstGeom>
          <a:solidFill>
            <a:schemeClr val="accent1"/>
          </a:solidFill>
          <a:ln w="25400" cap="sq">
            <a:solidFill>
              <a:schemeClr val="bg1"/>
            </a:solidFill>
            <a:miter/>
          </a:ln>
          <a:effectLst>
            <a:outerShdw blurRad="63500" algn="ctr" rotWithShape="0">
              <a:srgbClr val="000000">
                <a:alpha val="4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98EF1AA0-413B-7537-8630-AB2BC05E8572}"/>
              </a:ext>
            </a:extLst>
          </p:cNvPr>
          <p:cNvSpPr txBox="1"/>
          <p:nvPr/>
        </p:nvSpPr>
        <p:spPr>
          <a:xfrm rot="5400000">
            <a:off x="-145315" y="292497"/>
            <a:ext cx="719190" cy="134200"/>
          </a:xfrm>
          <a:prstGeom prst="rect">
            <a:avLst/>
          </a:prstGeom>
          <a:solidFill>
            <a:schemeClr val="accent1"/>
          </a:solidFill>
          <a:ln w="25400" cap="sq">
            <a:solidFill>
              <a:schemeClr val="bg1"/>
            </a:solidFill>
            <a:miter/>
          </a:ln>
          <a:effectLst>
            <a:outerShdw blurRad="63500" algn="ctr" rotWithShape="0">
              <a:srgbClr val="000000">
                <a:alpha val="4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0EABBBF6-C4DE-16CB-64B2-E259FFC3DBE9}"/>
              </a:ext>
            </a:extLst>
          </p:cNvPr>
          <p:cNvSpPr txBox="1"/>
          <p:nvPr/>
        </p:nvSpPr>
        <p:spPr>
          <a:xfrm>
            <a:off x="891414" y="937021"/>
            <a:ext cx="10377568" cy="4162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 cap="rnd">
            <a:noFill/>
            <a:round/>
          </a:ln>
          <a:effectLst>
            <a:outerShdw blurRad="76200" dist="50800" dir="5400000" algn="ctr" rotWithShape="0">
              <a:srgbClr val="CD9673">
                <a:alpha val="2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B49199A-195F-244E-00E5-43933FE0F15E}"/>
              </a:ext>
            </a:extLst>
          </p:cNvPr>
          <p:cNvSpPr txBox="1"/>
          <p:nvPr/>
        </p:nvSpPr>
        <p:spPr>
          <a:xfrm>
            <a:off x="1383801" y="964916"/>
            <a:ext cx="9424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数据集来源，示例，清洗，预处理流程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AE1EF14-F588-9806-59F0-6CAD41E36431}"/>
              </a:ext>
            </a:extLst>
          </p:cNvPr>
          <p:cNvSpPr txBox="1"/>
          <p:nvPr/>
        </p:nvSpPr>
        <p:spPr>
          <a:xfrm>
            <a:off x="891414" y="2252204"/>
            <a:ext cx="5642736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随后，采用上面提到的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Chinese-RoBERTa-wwm-ext-large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模型进行</a:t>
            </a:r>
            <a:r>
              <a:rPr lang="zh-CN" altLang="en-US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预处理，提取文本向量特征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获取得到的训练集与验证集的特征分别保存为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pt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以便后续使用。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我们选取了</a:t>
            </a:r>
            <a:r>
              <a:rPr lang="zh-CN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准确率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Accuracy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F1</a:t>
            </a:r>
            <a:r>
              <a:rPr lang="zh-CN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分数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F1-score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）以及</a:t>
            </a:r>
            <a:r>
              <a:rPr lang="zh-CN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置信度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Confidence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这三个评价指标，在模型训练时，主要以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准确率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指标来判断模型的收敛性。</a:t>
            </a:r>
          </a:p>
        </p:txBody>
      </p:sp>
      <p:pic>
        <p:nvPicPr>
          <p:cNvPr id="4" name="图片 3" descr="已生成图片">
            <a:extLst>
              <a:ext uri="{FF2B5EF4-FFF2-40B4-BE49-F238E27FC236}">
                <a16:creationId xmlns:a16="http://schemas.microsoft.com/office/drawing/2014/main" id="{685B6977-3541-F9FF-BBB1-836C0DA53F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9941" y="1963383"/>
            <a:ext cx="4729041" cy="3009078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标题 1">
            <a:extLst>
              <a:ext uri="{FF2B5EF4-FFF2-40B4-BE49-F238E27FC236}">
                <a16:creationId xmlns:a16="http://schemas.microsoft.com/office/drawing/2014/main" id="{01FF14B6-3B80-4B23-3162-DFB7929E11CA}"/>
              </a:ext>
            </a:extLst>
          </p:cNvPr>
          <p:cNvSpPr txBox="1"/>
          <p:nvPr/>
        </p:nvSpPr>
        <p:spPr>
          <a:xfrm>
            <a:off x="579455" y="238458"/>
            <a:ext cx="10377569" cy="53641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lvl="0">
              <a:lnSpc>
                <a:spcPct val="130000"/>
              </a:lnSpc>
              <a:defRPr/>
            </a:pPr>
            <a:r>
              <a:rPr kumimoji="1" lang="zh-CN" altLang="en-US" sz="2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实验设计与数据预处理</a:t>
            </a:r>
          </a:p>
        </p:txBody>
      </p:sp>
    </p:spTree>
    <p:extLst>
      <p:ext uri="{BB962C8B-B14F-4D97-AF65-F5344CB8AC3E}">
        <p14:creationId xmlns:p14="http://schemas.microsoft.com/office/powerpoint/2010/main" val="41824570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F2A1C-7D7C-58D9-ED0D-8A59FC243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871406-40E5-B9A8-AB93-2A813AD100C3}"/>
              </a:ext>
            </a:extLst>
          </p:cNvPr>
          <p:cNvSpPr txBox="1"/>
          <p:nvPr/>
        </p:nvSpPr>
        <p:spPr>
          <a:xfrm>
            <a:off x="-18288" y="0"/>
            <a:ext cx="12228576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99000">
                <a:schemeClr val="accent1">
                  <a:lumMod val="20000"/>
                  <a:lumOff val="80000"/>
                </a:schemeClr>
              </a:gs>
            </a:gsLst>
            <a:lin ang="6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C6ACD6C-E42E-8F6A-726C-C6F4AF446C60}"/>
              </a:ext>
            </a:extLst>
          </p:cNvPr>
          <p:cNvSpPr txBox="1"/>
          <p:nvPr/>
        </p:nvSpPr>
        <p:spPr>
          <a:xfrm>
            <a:off x="891414" y="6001930"/>
            <a:ext cx="10377568" cy="940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 cap="rnd">
            <a:noFill/>
            <a:round/>
          </a:ln>
          <a:effectLst>
            <a:outerShdw blurRad="76200" dist="50800" dir="5400000" algn="ctr" rotWithShape="0">
              <a:srgbClr val="CD9673">
                <a:alpha val="2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0BD5DB92-CA31-4AB2-8EE7-4DB5B75C18CC}"/>
              </a:ext>
            </a:extLst>
          </p:cNvPr>
          <p:cNvSpPr txBox="1"/>
          <p:nvPr/>
        </p:nvSpPr>
        <p:spPr>
          <a:xfrm>
            <a:off x="0" y="419734"/>
            <a:ext cx="428561" cy="121453"/>
          </a:xfrm>
          <a:prstGeom prst="rect">
            <a:avLst/>
          </a:prstGeom>
          <a:solidFill>
            <a:schemeClr val="accent1"/>
          </a:solidFill>
          <a:ln w="25400" cap="sq">
            <a:solidFill>
              <a:schemeClr val="bg1"/>
            </a:solidFill>
            <a:miter/>
          </a:ln>
          <a:effectLst>
            <a:outerShdw blurRad="63500" algn="ctr" rotWithShape="0">
              <a:srgbClr val="000000">
                <a:alpha val="4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262ABFC4-CA65-0C38-0A60-987482D477F5}"/>
              </a:ext>
            </a:extLst>
          </p:cNvPr>
          <p:cNvSpPr txBox="1"/>
          <p:nvPr/>
        </p:nvSpPr>
        <p:spPr>
          <a:xfrm rot="5400000">
            <a:off x="-145315" y="292497"/>
            <a:ext cx="719190" cy="134200"/>
          </a:xfrm>
          <a:prstGeom prst="rect">
            <a:avLst/>
          </a:prstGeom>
          <a:solidFill>
            <a:schemeClr val="accent1"/>
          </a:solidFill>
          <a:ln w="25400" cap="sq">
            <a:solidFill>
              <a:schemeClr val="bg1"/>
            </a:solidFill>
            <a:miter/>
          </a:ln>
          <a:effectLst>
            <a:outerShdw blurRad="63500" algn="ctr" rotWithShape="0">
              <a:srgbClr val="000000">
                <a:alpha val="4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935837BA-0D6B-971E-6C3C-3FCCBFD53535}"/>
              </a:ext>
            </a:extLst>
          </p:cNvPr>
          <p:cNvSpPr txBox="1"/>
          <p:nvPr/>
        </p:nvSpPr>
        <p:spPr>
          <a:xfrm>
            <a:off x="891414" y="937021"/>
            <a:ext cx="10377568" cy="4162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 cap="rnd">
            <a:noFill/>
            <a:round/>
          </a:ln>
          <a:effectLst>
            <a:outerShdw blurRad="76200" dist="50800" dir="5400000" algn="ctr" rotWithShape="0">
              <a:srgbClr val="CD9673">
                <a:alpha val="2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7D5F79F-679A-CA28-0C5F-D8B2DA3D373D}"/>
              </a:ext>
            </a:extLst>
          </p:cNvPr>
          <p:cNvSpPr txBox="1"/>
          <p:nvPr/>
        </p:nvSpPr>
        <p:spPr>
          <a:xfrm>
            <a:off x="1383801" y="964916"/>
            <a:ext cx="9424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r>
              <a:rPr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r>
              <a:rPr lang="zh-CN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endParaRPr kumimoji="1"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417D12B2-688A-D245-62F9-08CEEAB84400}"/>
              </a:ext>
            </a:extLst>
          </p:cNvPr>
          <p:cNvSpPr txBox="1"/>
          <p:nvPr/>
        </p:nvSpPr>
        <p:spPr>
          <a:xfrm>
            <a:off x="579455" y="238458"/>
            <a:ext cx="10377569" cy="53641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lvl="0">
              <a:lnSpc>
                <a:spcPct val="130000"/>
              </a:lnSpc>
              <a:defRPr/>
            </a:pPr>
            <a:r>
              <a:rPr kumimoji="1" lang="zh-CN" altLang="en-US" sz="2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实验设计与数据预处理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5EEA42F-00B7-8C08-4F06-5BA1C175BC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30" t="11626" r="64258" b="11472"/>
          <a:stretch>
            <a:fillRect/>
          </a:stretch>
        </p:blipFill>
        <p:spPr>
          <a:xfrm>
            <a:off x="7527425" y="1886734"/>
            <a:ext cx="3429599" cy="35367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210F52D-C2F7-32F3-8009-AD1A6A1D82C5}"/>
              </a:ext>
            </a:extLst>
          </p:cNvPr>
          <p:cNvSpPr txBox="1"/>
          <p:nvPr/>
        </p:nvSpPr>
        <p:spPr>
          <a:xfrm>
            <a:off x="891414" y="1886734"/>
            <a:ext cx="614362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在本项目的情感分析任务中，我们采用了标准的二分类标签体系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标签体系的定义在配置文件中完成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标签配置</a:t>
            </a:r>
            <a:r>
              <a:rPr lang="zh-CN" altLang="en-US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label</a:t>
            </a:r>
            <a:r>
              <a:rPr lang="zh-CN" altLang="en-US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具有可扩展性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：在未来扩展到多情感分类任务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，仅需在配置文件中增加对应条目并准备相应标注数据，无需重写主逻辑代码，体现了系统的高度模块化与灵活性。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其余参数定义如下：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cloud_drop_num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表示每条样本采样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512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个云滴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cloud_dim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表示每个云滴的维度为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attention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：用于控制是否开启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Attention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features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：表示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分类器网络结构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dropout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：表示分类器每层之间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神经元随机失活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的概率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011465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749B4-BC76-EEED-ED5F-9BBDC7075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>
            <a:extLst>
              <a:ext uri="{FF2B5EF4-FFF2-40B4-BE49-F238E27FC236}">
                <a16:creationId xmlns:a16="http://schemas.microsoft.com/office/drawing/2014/main" id="{89C65A9C-DC79-811B-3C89-86A17FBE05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8000"/>
          </a:blip>
          <a:srcRect/>
          <a:stretch>
            <a:fillRect/>
          </a:stretch>
        </p:blipFill>
        <p:spPr>
          <a:xfrm>
            <a:off x="3772953" y="0"/>
            <a:ext cx="8419047" cy="562539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08866658-2EA0-F709-53C6-69B5FA6816DF}"/>
              </a:ext>
            </a:extLst>
          </p:cNvPr>
          <p:cNvSpPr txBox="1"/>
          <p:nvPr/>
        </p:nvSpPr>
        <p:spPr>
          <a:xfrm>
            <a:off x="-9144" y="-9679"/>
            <a:ext cx="12210288" cy="6877359"/>
          </a:xfrm>
          <a:prstGeom prst="rect">
            <a:avLst/>
          </a:prstGeom>
          <a:solidFill>
            <a:schemeClr val="bg1">
              <a:alpha val="77962"/>
            </a:schemeClr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D64AA414-7A8E-D543-D291-006C283C7A17}"/>
              </a:ext>
            </a:extLst>
          </p:cNvPr>
          <p:cNvSpPr txBox="1"/>
          <p:nvPr/>
        </p:nvSpPr>
        <p:spPr>
          <a:xfrm>
            <a:off x="0" y="-3318"/>
            <a:ext cx="3767922" cy="4007700"/>
          </a:xfrm>
          <a:custGeom>
            <a:avLst/>
            <a:gdLst>
              <a:gd name="connsiteX0" fmla="*/ 0 w 3593901"/>
              <a:gd name="connsiteY0" fmla="*/ 0 h 3822605"/>
              <a:gd name="connsiteX1" fmla="*/ 3570623 w 3593901"/>
              <a:gd name="connsiteY1" fmla="*/ 0 h 3822605"/>
              <a:gd name="connsiteX2" fmla="*/ 3576202 w 3593901"/>
              <a:gd name="connsiteY2" fmla="*/ 43906 h 3822605"/>
              <a:gd name="connsiteX3" fmla="*/ 3593901 w 3593901"/>
              <a:gd name="connsiteY3" fmla="*/ 394418 h 3822605"/>
              <a:gd name="connsiteX4" fmla="*/ 165714 w 3593901"/>
              <a:gd name="connsiteY4" fmla="*/ 3822605 h 3822605"/>
              <a:gd name="connsiteX5" fmla="*/ 0 w 3593901"/>
              <a:gd name="connsiteY5" fmla="*/ 3818415 h 3822605"/>
            </a:gdLst>
            <a:ahLst/>
            <a:cxnLst/>
            <a:rect l="l" t="t" r="r" b="b"/>
            <a:pathLst>
              <a:path w="3593901" h="3822605">
                <a:moveTo>
                  <a:pt x="0" y="0"/>
                </a:moveTo>
                <a:lnTo>
                  <a:pt x="3570623" y="0"/>
                </a:lnTo>
                <a:lnTo>
                  <a:pt x="3576202" y="43906"/>
                </a:lnTo>
                <a:cubicBezTo>
                  <a:pt x="3587906" y="159152"/>
                  <a:pt x="3593901" y="276085"/>
                  <a:pt x="3593901" y="394418"/>
                </a:cubicBezTo>
                <a:cubicBezTo>
                  <a:pt x="3593901" y="2287753"/>
                  <a:pt x="2059049" y="3822605"/>
                  <a:pt x="165714" y="3822605"/>
                </a:cubicBezTo>
                <a:lnTo>
                  <a:pt x="0" y="3818415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28305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1594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22008E79-69F3-90C2-1BE1-86EA619D76F4}"/>
              </a:ext>
            </a:extLst>
          </p:cNvPr>
          <p:cNvSpPr txBox="1"/>
          <p:nvPr/>
        </p:nvSpPr>
        <p:spPr>
          <a:xfrm rot="10800000">
            <a:off x="8442364" y="2867045"/>
            <a:ext cx="3767922" cy="4007700"/>
          </a:xfrm>
          <a:custGeom>
            <a:avLst/>
            <a:gdLst>
              <a:gd name="connsiteX0" fmla="*/ 0 w 3593901"/>
              <a:gd name="connsiteY0" fmla="*/ 0 h 3822605"/>
              <a:gd name="connsiteX1" fmla="*/ 3570623 w 3593901"/>
              <a:gd name="connsiteY1" fmla="*/ 0 h 3822605"/>
              <a:gd name="connsiteX2" fmla="*/ 3576202 w 3593901"/>
              <a:gd name="connsiteY2" fmla="*/ 43906 h 3822605"/>
              <a:gd name="connsiteX3" fmla="*/ 3593901 w 3593901"/>
              <a:gd name="connsiteY3" fmla="*/ 394418 h 3822605"/>
              <a:gd name="connsiteX4" fmla="*/ 165714 w 3593901"/>
              <a:gd name="connsiteY4" fmla="*/ 3822605 h 3822605"/>
              <a:gd name="connsiteX5" fmla="*/ 0 w 3593901"/>
              <a:gd name="connsiteY5" fmla="*/ 3818415 h 3822605"/>
            </a:gdLst>
            <a:ahLst/>
            <a:cxnLst/>
            <a:rect l="l" t="t" r="r" b="b"/>
            <a:pathLst>
              <a:path w="3593901" h="3822605">
                <a:moveTo>
                  <a:pt x="0" y="0"/>
                </a:moveTo>
                <a:lnTo>
                  <a:pt x="3570623" y="0"/>
                </a:lnTo>
                <a:lnTo>
                  <a:pt x="3576202" y="43906"/>
                </a:lnTo>
                <a:cubicBezTo>
                  <a:pt x="3587906" y="159152"/>
                  <a:pt x="3593901" y="276085"/>
                  <a:pt x="3593901" y="394418"/>
                </a:cubicBezTo>
                <a:cubicBezTo>
                  <a:pt x="3593901" y="2287753"/>
                  <a:pt x="2059049" y="3822605"/>
                  <a:pt x="165714" y="3822605"/>
                </a:cubicBezTo>
                <a:lnTo>
                  <a:pt x="0" y="3818415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accent1">
                  <a:lumMod val="40000"/>
                  <a:lumOff val="60000"/>
                  <a:alpha val="29000"/>
                </a:schemeClr>
              </a:gs>
            </a:gsLst>
            <a:lin ang="21594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0069DF24-822D-3DC8-9435-DD2E22583DBA}"/>
              </a:ext>
            </a:extLst>
          </p:cNvPr>
          <p:cNvSpPr txBox="1"/>
          <p:nvPr/>
        </p:nvSpPr>
        <p:spPr>
          <a:xfrm flipH="1">
            <a:off x="569423" y="489686"/>
            <a:ext cx="1672266" cy="549270"/>
          </a:xfrm>
          <a:custGeom>
            <a:avLst/>
            <a:gdLst>
              <a:gd name="connsiteX0" fmla="*/ 64839 w 1108502"/>
              <a:gd name="connsiteY0" fmla="*/ 32419 h 364097"/>
              <a:gd name="connsiteX1" fmla="*/ 32420 w 1108502"/>
              <a:gd name="connsiteY1" fmla="*/ 64839 h 364097"/>
              <a:gd name="connsiteX2" fmla="*/ 0 w 1108502"/>
              <a:gd name="connsiteY2" fmla="*/ 32419 h 364097"/>
              <a:gd name="connsiteX3" fmla="*/ 32420 w 1108502"/>
              <a:gd name="connsiteY3" fmla="*/ 0 h 364097"/>
              <a:gd name="connsiteX4" fmla="*/ 64839 w 1108502"/>
              <a:gd name="connsiteY4" fmla="*/ 32419 h 364097"/>
              <a:gd name="connsiteX5" fmla="*/ 180802 w 1108502"/>
              <a:gd name="connsiteY5" fmla="*/ 1247 h 364097"/>
              <a:gd name="connsiteX6" fmla="*/ 148382 w 1108502"/>
              <a:gd name="connsiteY6" fmla="*/ 33666 h 364097"/>
              <a:gd name="connsiteX7" fmla="*/ 180802 w 1108502"/>
              <a:gd name="connsiteY7" fmla="*/ 66086 h 364097"/>
              <a:gd name="connsiteX8" fmla="*/ 213222 w 1108502"/>
              <a:gd name="connsiteY8" fmla="*/ 33666 h 364097"/>
              <a:gd name="connsiteX9" fmla="*/ 180802 w 1108502"/>
              <a:gd name="connsiteY9" fmla="*/ 1247 h 364097"/>
              <a:gd name="connsiteX10" fmla="*/ 64839 w 1108502"/>
              <a:gd name="connsiteY10" fmla="*/ 182048 h 364097"/>
              <a:gd name="connsiteX11" fmla="*/ 32420 w 1108502"/>
              <a:gd name="connsiteY11" fmla="*/ 149629 h 364097"/>
              <a:gd name="connsiteX12" fmla="*/ 0 w 1108502"/>
              <a:gd name="connsiteY12" fmla="*/ 182048 h 364097"/>
              <a:gd name="connsiteX13" fmla="*/ 32420 w 1108502"/>
              <a:gd name="connsiteY13" fmla="*/ 214468 h 364097"/>
              <a:gd name="connsiteX14" fmla="*/ 64839 w 1108502"/>
              <a:gd name="connsiteY14" fmla="*/ 182048 h 364097"/>
              <a:gd name="connsiteX15" fmla="*/ 330431 w 1108502"/>
              <a:gd name="connsiteY15" fmla="*/ 1247 h 364097"/>
              <a:gd name="connsiteX16" fmla="*/ 298011 w 1108502"/>
              <a:gd name="connsiteY16" fmla="*/ 33666 h 364097"/>
              <a:gd name="connsiteX17" fmla="*/ 330431 w 1108502"/>
              <a:gd name="connsiteY17" fmla="*/ 66086 h 364097"/>
              <a:gd name="connsiteX18" fmla="*/ 362851 w 1108502"/>
              <a:gd name="connsiteY18" fmla="*/ 33666 h 364097"/>
              <a:gd name="connsiteX19" fmla="*/ 330431 w 1108502"/>
              <a:gd name="connsiteY19" fmla="*/ 1247 h 364097"/>
              <a:gd name="connsiteX20" fmla="*/ 480060 w 1108502"/>
              <a:gd name="connsiteY20" fmla="*/ 1247 h 364097"/>
              <a:gd name="connsiteX21" fmla="*/ 447640 w 1108502"/>
              <a:gd name="connsiteY21" fmla="*/ 33666 h 364097"/>
              <a:gd name="connsiteX22" fmla="*/ 480060 w 1108502"/>
              <a:gd name="connsiteY22" fmla="*/ 66086 h 364097"/>
              <a:gd name="connsiteX23" fmla="*/ 512480 w 1108502"/>
              <a:gd name="connsiteY23" fmla="*/ 33666 h 364097"/>
              <a:gd name="connsiteX24" fmla="*/ 480060 w 1108502"/>
              <a:gd name="connsiteY24" fmla="*/ 1247 h 364097"/>
              <a:gd name="connsiteX25" fmla="*/ 628442 w 1108502"/>
              <a:gd name="connsiteY25" fmla="*/ 1247 h 364097"/>
              <a:gd name="connsiteX26" fmla="*/ 596022 w 1108502"/>
              <a:gd name="connsiteY26" fmla="*/ 33666 h 364097"/>
              <a:gd name="connsiteX27" fmla="*/ 628442 w 1108502"/>
              <a:gd name="connsiteY27" fmla="*/ 66086 h 364097"/>
              <a:gd name="connsiteX28" fmla="*/ 660862 w 1108502"/>
              <a:gd name="connsiteY28" fmla="*/ 33666 h 364097"/>
              <a:gd name="connsiteX29" fmla="*/ 628442 w 1108502"/>
              <a:gd name="connsiteY29" fmla="*/ 1247 h 364097"/>
              <a:gd name="connsiteX30" fmla="*/ 778071 w 1108502"/>
              <a:gd name="connsiteY30" fmla="*/ 1247 h 364097"/>
              <a:gd name="connsiteX31" fmla="*/ 745652 w 1108502"/>
              <a:gd name="connsiteY31" fmla="*/ 33666 h 364097"/>
              <a:gd name="connsiteX32" fmla="*/ 778071 w 1108502"/>
              <a:gd name="connsiteY32" fmla="*/ 66086 h 364097"/>
              <a:gd name="connsiteX33" fmla="*/ 810491 w 1108502"/>
              <a:gd name="connsiteY33" fmla="*/ 33666 h 364097"/>
              <a:gd name="connsiteX34" fmla="*/ 778071 w 1108502"/>
              <a:gd name="connsiteY34" fmla="*/ 1247 h 364097"/>
              <a:gd name="connsiteX35" fmla="*/ 926453 w 1108502"/>
              <a:gd name="connsiteY35" fmla="*/ 1247 h 364097"/>
              <a:gd name="connsiteX36" fmla="*/ 894034 w 1108502"/>
              <a:gd name="connsiteY36" fmla="*/ 33666 h 364097"/>
              <a:gd name="connsiteX37" fmla="*/ 926453 w 1108502"/>
              <a:gd name="connsiteY37" fmla="*/ 66086 h 364097"/>
              <a:gd name="connsiteX38" fmla="*/ 958873 w 1108502"/>
              <a:gd name="connsiteY38" fmla="*/ 33666 h 364097"/>
              <a:gd name="connsiteX39" fmla="*/ 926453 w 1108502"/>
              <a:gd name="connsiteY39" fmla="*/ 1247 h 364097"/>
              <a:gd name="connsiteX40" fmla="*/ 1076082 w 1108502"/>
              <a:gd name="connsiteY40" fmla="*/ 1247 h 364097"/>
              <a:gd name="connsiteX41" fmla="*/ 1043663 w 1108502"/>
              <a:gd name="connsiteY41" fmla="*/ 33666 h 364097"/>
              <a:gd name="connsiteX42" fmla="*/ 1076082 w 1108502"/>
              <a:gd name="connsiteY42" fmla="*/ 66086 h 364097"/>
              <a:gd name="connsiteX43" fmla="*/ 1108503 w 1108502"/>
              <a:gd name="connsiteY43" fmla="*/ 33666 h 364097"/>
              <a:gd name="connsiteX44" fmla="*/ 1076082 w 1108502"/>
              <a:gd name="connsiteY44" fmla="*/ 1247 h 364097"/>
              <a:gd name="connsiteX45" fmla="*/ 180802 w 1108502"/>
              <a:gd name="connsiteY45" fmla="*/ 149629 h 364097"/>
              <a:gd name="connsiteX46" fmla="*/ 148382 w 1108502"/>
              <a:gd name="connsiteY46" fmla="*/ 182048 h 364097"/>
              <a:gd name="connsiteX47" fmla="*/ 180802 w 1108502"/>
              <a:gd name="connsiteY47" fmla="*/ 214468 h 364097"/>
              <a:gd name="connsiteX48" fmla="*/ 213222 w 1108502"/>
              <a:gd name="connsiteY48" fmla="*/ 182048 h 364097"/>
              <a:gd name="connsiteX49" fmla="*/ 180802 w 1108502"/>
              <a:gd name="connsiteY49" fmla="*/ 149629 h 364097"/>
              <a:gd name="connsiteX50" fmla="*/ 330431 w 1108502"/>
              <a:gd name="connsiteY50" fmla="*/ 149629 h 364097"/>
              <a:gd name="connsiteX51" fmla="*/ 298011 w 1108502"/>
              <a:gd name="connsiteY51" fmla="*/ 182048 h 364097"/>
              <a:gd name="connsiteX52" fmla="*/ 330431 w 1108502"/>
              <a:gd name="connsiteY52" fmla="*/ 214468 h 364097"/>
              <a:gd name="connsiteX53" fmla="*/ 362851 w 1108502"/>
              <a:gd name="connsiteY53" fmla="*/ 182048 h 364097"/>
              <a:gd name="connsiteX54" fmla="*/ 330431 w 1108502"/>
              <a:gd name="connsiteY54" fmla="*/ 149629 h 364097"/>
              <a:gd name="connsiteX55" fmla="*/ 480060 w 1108502"/>
              <a:gd name="connsiteY55" fmla="*/ 149629 h 364097"/>
              <a:gd name="connsiteX56" fmla="*/ 447640 w 1108502"/>
              <a:gd name="connsiteY56" fmla="*/ 182048 h 364097"/>
              <a:gd name="connsiteX57" fmla="*/ 480060 w 1108502"/>
              <a:gd name="connsiteY57" fmla="*/ 214468 h 364097"/>
              <a:gd name="connsiteX58" fmla="*/ 512480 w 1108502"/>
              <a:gd name="connsiteY58" fmla="*/ 182048 h 364097"/>
              <a:gd name="connsiteX59" fmla="*/ 480060 w 1108502"/>
              <a:gd name="connsiteY59" fmla="*/ 149629 h 364097"/>
              <a:gd name="connsiteX60" fmla="*/ 628442 w 1108502"/>
              <a:gd name="connsiteY60" fmla="*/ 149629 h 364097"/>
              <a:gd name="connsiteX61" fmla="*/ 596022 w 1108502"/>
              <a:gd name="connsiteY61" fmla="*/ 182048 h 364097"/>
              <a:gd name="connsiteX62" fmla="*/ 628442 w 1108502"/>
              <a:gd name="connsiteY62" fmla="*/ 214468 h 364097"/>
              <a:gd name="connsiteX63" fmla="*/ 660862 w 1108502"/>
              <a:gd name="connsiteY63" fmla="*/ 182048 h 364097"/>
              <a:gd name="connsiteX64" fmla="*/ 628442 w 1108502"/>
              <a:gd name="connsiteY64" fmla="*/ 149629 h 364097"/>
              <a:gd name="connsiteX65" fmla="*/ 778071 w 1108502"/>
              <a:gd name="connsiteY65" fmla="*/ 149629 h 364097"/>
              <a:gd name="connsiteX66" fmla="*/ 745652 w 1108502"/>
              <a:gd name="connsiteY66" fmla="*/ 182048 h 364097"/>
              <a:gd name="connsiteX67" fmla="*/ 778071 w 1108502"/>
              <a:gd name="connsiteY67" fmla="*/ 214468 h 364097"/>
              <a:gd name="connsiteX68" fmla="*/ 810491 w 1108502"/>
              <a:gd name="connsiteY68" fmla="*/ 182048 h 364097"/>
              <a:gd name="connsiteX69" fmla="*/ 778071 w 1108502"/>
              <a:gd name="connsiteY69" fmla="*/ 149629 h 364097"/>
              <a:gd name="connsiteX70" fmla="*/ 926453 w 1108502"/>
              <a:gd name="connsiteY70" fmla="*/ 149629 h 364097"/>
              <a:gd name="connsiteX71" fmla="*/ 894034 w 1108502"/>
              <a:gd name="connsiteY71" fmla="*/ 182048 h 364097"/>
              <a:gd name="connsiteX72" fmla="*/ 926453 w 1108502"/>
              <a:gd name="connsiteY72" fmla="*/ 214468 h 364097"/>
              <a:gd name="connsiteX73" fmla="*/ 958873 w 1108502"/>
              <a:gd name="connsiteY73" fmla="*/ 182048 h 364097"/>
              <a:gd name="connsiteX74" fmla="*/ 926453 w 1108502"/>
              <a:gd name="connsiteY74" fmla="*/ 149629 h 364097"/>
              <a:gd name="connsiteX75" fmla="*/ 1076082 w 1108502"/>
              <a:gd name="connsiteY75" fmla="*/ 149629 h 364097"/>
              <a:gd name="connsiteX76" fmla="*/ 1043663 w 1108502"/>
              <a:gd name="connsiteY76" fmla="*/ 182048 h 364097"/>
              <a:gd name="connsiteX77" fmla="*/ 1076082 w 1108502"/>
              <a:gd name="connsiteY77" fmla="*/ 214468 h 364097"/>
              <a:gd name="connsiteX78" fmla="*/ 1108503 w 1108502"/>
              <a:gd name="connsiteY78" fmla="*/ 182048 h 364097"/>
              <a:gd name="connsiteX79" fmla="*/ 1076082 w 1108502"/>
              <a:gd name="connsiteY79" fmla="*/ 149629 h 364097"/>
              <a:gd name="connsiteX80" fmla="*/ 32420 w 1108502"/>
              <a:gd name="connsiteY80" fmla="*/ 299258 h 364097"/>
              <a:gd name="connsiteX81" fmla="*/ 0 w 1108502"/>
              <a:gd name="connsiteY81" fmla="*/ 331678 h 364097"/>
              <a:gd name="connsiteX82" fmla="*/ 32420 w 1108502"/>
              <a:gd name="connsiteY82" fmla="*/ 364097 h 364097"/>
              <a:gd name="connsiteX83" fmla="*/ 64839 w 1108502"/>
              <a:gd name="connsiteY83" fmla="*/ 331678 h 364097"/>
              <a:gd name="connsiteX84" fmla="*/ 32420 w 1108502"/>
              <a:gd name="connsiteY84" fmla="*/ 299258 h 364097"/>
              <a:gd name="connsiteX85" fmla="*/ 180802 w 1108502"/>
              <a:gd name="connsiteY85" fmla="*/ 299258 h 364097"/>
              <a:gd name="connsiteX86" fmla="*/ 148382 w 1108502"/>
              <a:gd name="connsiteY86" fmla="*/ 331678 h 364097"/>
              <a:gd name="connsiteX87" fmla="*/ 180802 w 1108502"/>
              <a:gd name="connsiteY87" fmla="*/ 364097 h 364097"/>
              <a:gd name="connsiteX88" fmla="*/ 213222 w 1108502"/>
              <a:gd name="connsiteY88" fmla="*/ 331678 h 364097"/>
              <a:gd name="connsiteX89" fmla="*/ 180802 w 1108502"/>
              <a:gd name="connsiteY89" fmla="*/ 299258 h 364097"/>
              <a:gd name="connsiteX90" fmla="*/ 330431 w 1108502"/>
              <a:gd name="connsiteY90" fmla="*/ 299258 h 364097"/>
              <a:gd name="connsiteX91" fmla="*/ 298011 w 1108502"/>
              <a:gd name="connsiteY91" fmla="*/ 331678 h 364097"/>
              <a:gd name="connsiteX92" fmla="*/ 330431 w 1108502"/>
              <a:gd name="connsiteY92" fmla="*/ 364097 h 364097"/>
              <a:gd name="connsiteX93" fmla="*/ 362851 w 1108502"/>
              <a:gd name="connsiteY93" fmla="*/ 331678 h 364097"/>
              <a:gd name="connsiteX94" fmla="*/ 330431 w 1108502"/>
              <a:gd name="connsiteY94" fmla="*/ 299258 h 364097"/>
              <a:gd name="connsiteX95" fmla="*/ 480060 w 1108502"/>
              <a:gd name="connsiteY95" fmla="*/ 299258 h 364097"/>
              <a:gd name="connsiteX96" fmla="*/ 447640 w 1108502"/>
              <a:gd name="connsiteY96" fmla="*/ 331678 h 364097"/>
              <a:gd name="connsiteX97" fmla="*/ 480060 w 1108502"/>
              <a:gd name="connsiteY97" fmla="*/ 364097 h 364097"/>
              <a:gd name="connsiteX98" fmla="*/ 512480 w 1108502"/>
              <a:gd name="connsiteY98" fmla="*/ 331678 h 364097"/>
              <a:gd name="connsiteX99" fmla="*/ 480060 w 1108502"/>
              <a:gd name="connsiteY99" fmla="*/ 299258 h 364097"/>
              <a:gd name="connsiteX100" fmla="*/ 628442 w 1108502"/>
              <a:gd name="connsiteY100" fmla="*/ 299258 h 364097"/>
              <a:gd name="connsiteX101" fmla="*/ 596022 w 1108502"/>
              <a:gd name="connsiteY101" fmla="*/ 331678 h 364097"/>
              <a:gd name="connsiteX102" fmla="*/ 628442 w 1108502"/>
              <a:gd name="connsiteY102" fmla="*/ 364097 h 364097"/>
              <a:gd name="connsiteX103" fmla="*/ 660862 w 1108502"/>
              <a:gd name="connsiteY103" fmla="*/ 331678 h 364097"/>
              <a:gd name="connsiteX104" fmla="*/ 628442 w 1108502"/>
              <a:gd name="connsiteY104" fmla="*/ 299258 h 364097"/>
              <a:gd name="connsiteX105" fmla="*/ 778071 w 1108502"/>
              <a:gd name="connsiteY105" fmla="*/ 299258 h 364097"/>
              <a:gd name="connsiteX106" fmla="*/ 745652 w 1108502"/>
              <a:gd name="connsiteY106" fmla="*/ 331678 h 364097"/>
              <a:gd name="connsiteX107" fmla="*/ 778071 w 1108502"/>
              <a:gd name="connsiteY107" fmla="*/ 364097 h 364097"/>
              <a:gd name="connsiteX108" fmla="*/ 810491 w 1108502"/>
              <a:gd name="connsiteY108" fmla="*/ 331678 h 364097"/>
              <a:gd name="connsiteX109" fmla="*/ 778071 w 1108502"/>
              <a:gd name="connsiteY109" fmla="*/ 299258 h 364097"/>
              <a:gd name="connsiteX110" fmla="*/ 926453 w 1108502"/>
              <a:gd name="connsiteY110" fmla="*/ 299258 h 364097"/>
              <a:gd name="connsiteX111" fmla="*/ 894034 w 1108502"/>
              <a:gd name="connsiteY111" fmla="*/ 331678 h 364097"/>
              <a:gd name="connsiteX112" fmla="*/ 926453 w 1108502"/>
              <a:gd name="connsiteY112" fmla="*/ 364097 h 364097"/>
              <a:gd name="connsiteX113" fmla="*/ 958873 w 1108502"/>
              <a:gd name="connsiteY113" fmla="*/ 331678 h 364097"/>
              <a:gd name="connsiteX114" fmla="*/ 926453 w 1108502"/>
              <a:gd name="connsiteY114" fmla="*/ 299258 h 364097"/>
              <a:gd name="connsiteX115" fmla="*/ 1076082 w 1108502"/>
              <a:gd name="connsiteY115" fmla="*/ 299258 h 364097"/>
              <a:gd name="connsiteX116" fmla="*/ 1043663 w 1108502"/>
              <a:gd name="connsiteY116" fmla="*/ 331678 h 364097"/>
              <a:gd name="connsiteX117" fmla="*/ 1076082 w 1108502"/>
              <a:gd name="connsiteY117" fmla="*/ 364097 h 364097"/>
              <a:gd name="connsiteX118" fmla="*/ 1108503 w 1108502"/>
              <a:gd name="connsiteY118" fmla="*/ 331678 h 364097"/>
              <a:gd name="connsiteX119" fmla="*/ 1076082 w 1108502"/>
              <a:gd name="connsiteY119" fmla="*/ 299258 h 364097"/>
            </a:gdLst>
            <a:ahLst/>
            <a:cxnLst/>
            <a:rect l="l" t="t" r="r" b="b"/>
            <a:pathLst>
              <a:path w="1108502" h="364097">
                <a:moveTo>
                  <a:pt x="64839" y="32419"/>
                </a:moveTo>
                <a:cubicBezTo>
                  <a:pt x="64839" y="49876"/>
                  <a:pt x="49876" y="64839"/>
                  <a:pt x="32420" y="64839"/>
                </a:cubicBezTo>
                <a:cubicBezTo>
                  <a:pt x="14963" y="64839"/>
                  <a:pt x="0" y="49876"/>
                  <a:pt x="0" y="32419"/>
                </a:cubicBezTo>
                <a:cubicBezTo>
                  <a:pt x="0" y="14963"/>
                  <a:pt x="14963" y="0"/>
                  <a:pt x="32420" y="0"/>
                </a:cubicBezTo>
                <a:cubicBezTo>
                  <a:pt x="49876" y="1247"/>
                  <a:pt x="64839" y="14963"/>
                  <a:pt x="64839" y="32419"/>
                </a:cubicBezTo>
                <a:close/>
                <a:moveTo>
                  <a:pt x="180802" y="1247"/>
                </a:moveTo>
                <a:cubicBezTo>
                  <a:pt x="163345" y="1247"/>
                  <a:pt x="148382" y="16210"/>
                  <a:pt x="148382" y="33666"/>
                </a:cubicBezTo>
                <a:cubicBezTo>
                  <a:pt x="148382" y="51123"/>
                  <a:pt x="163345" y="66086"/>
                  <a:pt x="180802" y="66086"/>
                </a:cubicBezTo>
                <a:cubicBezTo>
                  <a:pt x="198258" y="66086"/>
                  <a:pt x="213222" y="51123"/>
                  <a:pt x="213222" y="33666"/>
                </a:cubicBezTo>
                <a:cubicBezTo>
                  <a:pt x="213222" y="14963"/>
                  <a:pt x="199505" y="1247"/>
                  <a:pt x="180802" y="1247"/>
                </a:cubicBezTo>
                <a:close/>
                <a:moveTo>
                  <a:pt x="64839" y="182048"/>
                </a:moveTo>
                <a:cubicBezTo>
                  <a:pt x="64839" y="164592"/>
                  <a:pt x="49876" y="149629"/>
                  <a:pt x="32420" y="149629"/>
                </a:cubicBezTo>
                <a:cubicBezTo>
                  <a:pt x="14963" y="149629"/>
                  <a:pt x="0" y="164592"/>
                  <a:pt x="0" y="182048"/>
                </a:cubicBezTo>
                <a:cubicBezTo>
                  <a:pt x="0" y="199505"/>
                  <a:pt x="14963" y="214468"/>
                  <a:pt x="32420" y="214468"/>
                </a:cubicBezTo>
                <a:cubicBezTo>
                  <a:pt x="49876" y="214468"/>
                  <a:pt x="64839" y="199505"/>
                  <a:pt x="64839" y="182048"/>
                </a:cubicBezTo>
                <a:close/>
                <a:moveTo>
                  <a:pt x="330431" y="1247"/>
                </a:moveTo>
                <a:cubicBezTo>
                  <a:pt x="312974" y="1247"/>
                  <a:pt x="298011" y="16210"/>
                  <a:pt x="298011" y="33666"/>
                </a:cubicBezTo>
                <a:cubicBezTo>
                  <a:pt x="298011" y="51123"/>
                  <a:pt x="312974" y="66086"/>
                  <a:pt x="330431" y="66086"/>
                </a:cubicBezTo>
                <a:cubicBezTo>
                  <a:pt x="347888" y="66086"/>
                  <a:pt x="362851" y="51123"/>
                  <a:pt x="362851" y="33666"/>
                </a:cubicBezTo>
                <a:cubicBezTo>
                  <a:pt x="362851" y="14963"/>
                  <a:pt x="347888" y="1247"/>
                  <a:pt x="330431" y="1247"/>
                </a:cubicBezTo>
                <a:close/>
                <a:moveTo>
                  <a:pt x="480060" y="1247"/>
                </a:moveTo>
                <a:cubicBezTo>
                  <a:pt x="462603" y="1247"/>
                  <a:pt x="447640" y="16210"/>
                  <a:pt x="447640" y="33666"/>
                </a:cubicBezTo>
                <a:cubicBezTo>
                  <a:pt x="447640" y="51123"/>
                  <a:pt x="462603" y="66086"/>
                  <a:pt x="480060" y="66086"/>
                </a:cubicBezTo>
                <a:cubicBezTo>
                  <a:pt x="497517" y="66086"/>
                  <a:pt x="512480" y="51123"/>
                  <a:pt x="512480" y="33666"/>
                </a:cubicBezTo>
                <a:cubicBezTo>
                  <a:pt x="511233" y="14963"/>
                  <a:pt x="497517" y="1247"/>
                  <a:pt x="480060" y="1247"/>
                </a:cubicBezTo>
                <a:close/>
                <a:moveTo>
                  <a:pt x="628442" y="1247"/>
                </a:moveTo>
                <a:cubicBezTo>
                  <a:pt x="610985" y="1247"/>
                  <a:pt x="596022" y="16210"/>
                  <a:pt x="596022" y="33666"/>
                </a:cubicBezTo>
                <a:cubicBezTo>
                  <a:pt x="596022" y="51123"/>
                  <a:pt x="610985" y="66086"/>
                  <a:pt x="628442" y="66086"/>
                </a:cubicBezTo>
                <a:cubicBezTo>
                  <a:pt x="645899" y="66086"/>
                  <a:pt x="660862" y="51123"/>
                  <a:pt x="660862" y="33666"/>
                </a:cubicBezTo>
                <a:cubicBezTo>
                  <a:pt x="660862" y="14963"/>
                  <a:pt x="645899" y="1247"/>
                  <a:pt x="628442" y="1247"/>
                </a:cubicBezTo>
                <a:close/>
                <a:moveTo>
                  <a:pt x="778071" y="1247"/>
                </a:moveTo>
                <a:cubicBezTo>
                  <a:pt x="760615" y="1247"/>
                  <a:pt x="745652" y="16210"/>
                  <a:pt x="745652" y="33666"/>
                </a:cubicBezTo>
                <a:cubicBezTo>
                  <a:pt x="745652" y="51123"/>
                  <a:pt x="760615" y="66086"/>
                  <a:pt x="778071" y="66086"/>
                </a:cubicBezTo>
                <a:cubicBezTo>
                  <a:pt x="795528" y="66086"/>
                  <a:pt x="810491" y="51123"/>
                  <a:pt x="810491" y="33666"/>
                </a:cubicBezTo>
                <a:cubicBezTo>
                  <a:pt x="809244" y="14963"/>
                  <a:pt x="795528" y="1247"/>
                  <a:pt x="778071" y="1247"/>
                </a:cubicBezTo>
                <a:close/>
                <a:moveTo>
                  <a:pt x="926453" y="1247"/>
                </a:moveTo>
                <a:cubicBezTo>
                  <a:pt x="908997" y="1247"/>
                  <a:pt x="894034" y="16210"/>
                  <a:pt x="894034" y="33666"/>
                </a:cubicBezTo>
                <a:cubicBezTo>
                  <a:pt x="894034" y="51123"/>
                  <a:pt x="908997" y="66086"/>
                  <a:pt x="926453" y="66086"/>
                </a:cubicBezTo>
                <a:cubicBezTo>
                  <a:pt x="943910" y="66086"/>
                  <a:pt x="958873" y="51123"/>
                  <a:pt x="958873" y="33666"/>
                </a:cubicBezTo>
                <a:cubicBezTo>
                  <a:pt x="958873" y="14963"/>
                  <a:pt x="943910" y="1247"/>
                  <a:pt x="926453" y="1247"/>
                </a:cubicBezTo>
                <a:close/>
                <a:moveTo>
                  <a:pt x="1076082" y="1247"/>
                </a:moveTo>
                <a:cubicBezTo>
                  <a:pt x="1058626" y="1247"/>
                  <a:pt x="1043663" y="16210"/>
                  <a:pt x="1043663" y="33666"/>
                </a:cubicBezTo>
                <a:cubicBezTo>
                  <a:pt x="1043663" y="51123"/>
                  <a:pt x="1058626" y="66086"/>
                  <a:pt x="1076082" y="66086"/>
                </a:cubicBezTo>
                <a:cubicBezTo>
                  <a:pt x="1093539" y="66086"/>
                  <a:pt x="1108503" y="51123"/>
                  <a:pt x="1108503" y="33666"/>
                </a:cubicBezTo>
                <a:cubicBezTo>
                  <a:pt x="1107255" y="14963"/>
                  <a:pt x="1093539" y="1247"/>
                  <a:pt x="1076082" y="1247"/>
                </a:cubicBezTo>
                <a:close/>
                <a:moveTo>
                  <a:pt x="180802" y="149629"/>
                </a:moveTo>
                <a:cubicBezTo>
                  <a:pt x="163345" y="149629"/>
                  <a:pt x="148382" y="164592"/>
                  <a:pt x="148382" y="182048"/>
                </a:cubicBezTo>
                <a:cubicBezTo>
                  <a:pt x="148382" y="199505"/>
                  <a:pt x="163345" y="214468"/>
                  <a:pt x="180802" y="214468"/>
                </a:cubicBezTo>
                <a:cubicBezTo>
                  <a:pt x="198258" y="214468"/>
                  <a:pt x="213222" y="199505"/>
                  <a:pt x="213222" y="182048"/>
                </a:cubicBezTo>
                <a:cubicBezTo>
                  <a:pt x="213222" y="164592"/>
                  <a:pt x="199505" y="149629"/>
                  <a:pt x="180802" y="149629"/>
                </a:cubicBezTo>
                <a:close/>
                <a:moveTo>
                  <a:pt x="330431" y="149629"/>
                </a:moveTo>
                <a:cubicBezTo>
                  <a:pt x="312974" y="149629"/>
                  <a:pt x="298011" y="164592"/>
                  <a:pt x="298011" y="182048"/>
                </a:cubicBezTo>
                <a:cubicBezTo>
                  <a:pt x="298011" y="199505"/>
                  <a:pt x="312974" y="214468"/>
                  <a:pt x="330431" y="214468"/>
                </a:cubicBezTo>
                <a:cubicBezTo>
                  <a:pt x="347888" y="214468"/>
                  <a:pt x="362851" y="199505"/>
                  <a:pt x="362851" y="182048"/>
                </a:cubicBezTo>
                <a:cubicBezTo>
                  <a:pt x="362851" y="164592"/>
                  <a:pt x="347888" y="149629"/>
                  <a:pt x="330431" y="149629"/>
                </a:cubicBezTo>
                <a:close/>
                <a:moveTo>
                  <a:pt x="480060" y="149629"/>
                </a:moveTo>
                <a:cubicBezTo>
                  <a:pt x="462603" y="149629"/>
                  <a:pt x="447640" y="164592"/>
                  <a:pt x="447640" y="182048"/>
                </a:cubicBezTo>
                <a:cubicBezTo>
                  <a:pt x="447640" y="199505"/>
                  <a:pt x="462603" y="214468"/>
                  <a:pt x="480060" y="214468"/>
                </a:cubicBezTo>
                <a:cubicBezTo>
                  <a:pt x="497517" y="214468"/>
                  <a:pt x="512480" y="199505"/>
                  <a:pt x="512480" y="182048"/>
                </a:cubicBezTo>
                <a:cubicBezTo>
                  <a:pt x="512480" y="164592"/>
                  <a:pt x="497517" y="149629"/>
                  <a:pt x="480060" y="149629"/>
                </a:cubicBezTo>
                <a:close/>
                <a:moveTo>
                  <a:pt x="628442" y="149629"/>
                </a:moveTo>
                <a:cubicBezTo>
                  <a:pt x="610985" y="149629"/>
                  <a:pt x="596022" y="164592"/>
                  <a:pt x="596022" y="182048"/>
                </a:cubicBezTo>
                <a:cubicBezTo>
                  <a:pt x="596022" y="199505"/>
                  <a:pt x="610985" y="214468"/>
                  <a:pt x="628442" y="214468"/>
                </a:cubicBezTo>
                <a:cubicBezTo>
                  <a:pt x="645899" y="214468"/>
                  <a:pt x="660862" y="199505"/>
                  <a:pt x="660862" y="182048"/>
                </a:cubicBezTo>
                <a:cubicBezTo>
                  <a:pt x="660862" y="164592"/>
                  <a:pt x="645899" y="149629"/>
                  <a:pt x="628442" y="149629"/>
                </a:cubicBezTo>
                <a:close/>
                <a:moveTo>
                  <a:pt x="778071" y="149629"/>
                </a:moveTo>
                <a:cubicBezTo>
                  <a:pt x="760615" y="149629"/>
                  <a:pt x="745652" y="164592"/>
                  <a:pt x="745652" y="182048"/>
                </a:cubicBezTo>
                <a:cubicBezTo>
                  <a:pt x="745652" y="199505"/>
                  <a:pt x="760615" y="214468"/>
                  <a:pt x="778071" y="214468"/>
                </a:cubicBezTo>
                <a:cubicBezTo>
                  <a:pt x="795528" y="214468"/>
                  <a:pt x="810491" y="199505"/>
                  <a:pt x="810491" y="182048"/>
                </a:cubicBezTo>
                <a:cubicBezTo>
                  <a:pt x="810491" y="164592"/>
                  <a:pt x="795528" y="149629"/>
                  <a:pt x="778071" y="149629"/>
                </a:cubicBezTo>
                <a:close/>
                <a:moveTo>
                  <a:pt x="926453" y="149629"/>
                </a:moveTo>
                <a:cubicBezTo>
                  <a:pt x="908997" y="149629"/>
                  <a:pt x="894034" y="164592"/>
                  <a:pt x="894034" y="182048"/>
                </a:cubicBezTo>
                <a:cubicBezTo>
                  <a:pt x="894034" y="199505"/>
                  <a:pt x="908997" y="214468"/>
                  <a:pt x="926453" y="214468"/>
                </a:cubicBezTo>
                <a:cubicBezTo>
                  <a:pt x="943910" y="214468"/>
                  <a:pt x="958873" y="199505"/>
                  <a:pt x="958873" y="182048"/>
                </a:cubicBezTo>
                <a:cubicBezTo>
                  <a:pt x="958873" y="164592"/>
                  <a:pt x="943910" y="149629"/>
                  <a:pt x="926453" y="149629"/>
                </a:cubicBezTo>
                <a:close/>
                <a:moveTo>
                  <a:pt x="1076082" y="149629"/>
                </a:moveTo>
                <a:cubicBezTo>
                  <a:pt x="1058626" y="149629"/>
                  <a:pt x="1043663" y="164592"/>
                  <a:pt x="1043663" y="182048"/>
                </a:cubicBezTo>
                <a:cubicBezTo>
                  <a:pt x="1043663" y="199505"/>
                  <a:pt x="1058626" y="214468"/>
                  <a:pt x="1076082" y="214468"/>
                </a:cubicBezTo>
                <a:cubicBezTo>
                  <a:pt x="1093539" y="214468"/>
                  <a:pt x="1108503" y="199505"/>
                  <a:pt x="1108503" y="182048"/>
                </a:cubicBezTo>
                <a:cubicBezTo>
                  <a:pt x="1108503" y="164592"/>
                  <a:pt x="1093539" y="149629"/>
                  <a:pt x="1076082" y="149629"/>
                </a:cubicBezTo>
                <a:close/>
                <a:moveTo>
                  <a:pt x="32420" y="299258"/>
                </a:moveTo>
                <a:cubicBezTo>
                  <a:pt x="14963" y="299258"/>
                  <a:pt x="0" y="314221"/>
                  <a:pt x="0" y="331678"/>
                </a:cubicBezTo>
                <a:cubicBezTo>
                  <a:pt x="0" y="349135"/>
                  <a:pt x="14963" y="364097"/>
                  <a:pt x="32420" y="364097"/>
                </a:cubicBezTo>
                <a:cubicBezTo>
                  <a:pt x="49876" y="364097"/>
                  <a:pt x="64839" y="349135"/>
                  <a:pt x="64839" y="331678"/>
                </a:cubicBezTo>
                <a:cubicBezTo>
                  <a:pt x="64839" y="314221"/>
                  <a:pt x="49876" y="299258"/>
                  <a:pt x="32420" y="299258"/>
                </a:cubicBezTo>
                <a:close/>
                <a:moveTo>
                  <a:pt x="180802" y="299258"/>
                </a:moveTo>
                <a:cubicBezTo>
                  <a:pt x="163345" y="299258"/>
                  <a:pt x="148382" y="314221"/>
                  <a:pt x="148382" y="331678"/>
                </a:cubicBezTo>
                <a:cubicBezTo>
                  <a:pt x="148382" y="349135"/>
                  <a:pt x="163345" y="364097"/>
                  <a:pt x="180802" y="364097"/>
                </a:cubicBezTo>
                <a:cubicBezTo>
                  <a:pt x="198258" y="364097"/>
                  <a:pt x="213222" y="349135"/>
                  <a:pt x="213222" y="331678"/>
                </a:cubicBezTo>
                <a:cubicBezTo>
                  <a:pt x="213222" y="314221"/>
                  <a:pt x="199505" y="299258"/>
                  <a:pt x="180802" y="299258"/>
                </a:cubicBezTo>
                <a:close/>
                <a:moveTo>
                  <a:pt x="330431" y="299258"/>
                </a:moveTo>
                <a:cubicBezTo>
                  <a:pt x="312974" y="299258"/>
                  <a:pt x="298011" y="314221"/>
                  <a:pt x="298011" y="331678"/>
                </a:cubicBezTo>
                <a:cubicBezTo>
                  <a:pt x="298011" y="349135"/>
                  <a:pt x="312974" y="364097"/>
                  <a:pt x="330431" y="364097"/>
                </a:cubicBezTo>
                <a:cubicBezTo>
                  <a:pt x="347888" y="364097"/>
                  <a:pt x="362851" y="349135"/>
                  <a:pt x="362851" y="331678"/>
                </a:cubicBezTo>
                <a:cubicBezTo>
                  <a:pt x="362851" y="314221"/>
                  <a:pt x="347888" y="299258"/>
                  <a:pt x="330431" y="299258"/>
                </a:cubicBezTo>
                <a:close/>
                <a:moveTo>
                  <a:pt x="480060" y="299258"/>
                </a:moveTo>
                <a:cubicBezTo>
                  <a:pt x="462603" y="299258"/>
                  <a:pt x="447640" y="314221"/>
                  <a:pt x="447640" y="331678"/>
                </a:cubicBezTo>
                <a:cubicBezTo>
                  <a:pt x="447640" y="349135"/>
                  <a:pt x="462603" y="364097"/>
                  <a:pt x="480060" y="364097"/>
                </a:cubicBezTo>
                <a:cubicBezTo>
                  <a:pt x="497517" y="364097"/>
                  <a:pt x="512480" y="349135"/>
                  <a:pt x="512480" y="331678"/>
                </a:cubicBezTo>
                <a:cubicBezTo>
                  <a:pt x="512480" y="314221"/>
                  <a:pt x="497517" y="299258"/>
                  <a:pt x="480060" y="299258"/>
                </a:cubicBezTo>
                <a:close/>
                <a:moveTo>
                  <a:pt x="628442" y="299258"/>
                </a:moveTo>
                <a:cubicBezTo>
                  <a:pt x="610985" y="299258"/>
                  <a:pt x="596022" y="314221"/>
                  <a:pt x="596022" y="331678"/>
                </a:cubicBezTo>
                <a:cubicBezTo>
                  <a:pt x="596022" y="349135"/>
                  <a:pt x="610985" y="364097"/>
                  <a:pt x="628442" y="364097"/>
                </a:cubicBezTo>
                <a:cubicBezTo>
                  <a:pt x="645899" y="364097"/>
                  <a:pt x="660862" y="349135"/>
                  <a:pt x="660862" y="331678"/>
                </a:cubicBezTo>
                <a:cubicBezTo>
                  <a:pt x="660862" y="314221"/>
                  <a:pt x="645899" y="299258"/>
                  <a:pt x="628442" y="299258"/>
                </a:cubicBezTo>
                <a:close/>
                <a:moveTo>
                  <a:pt x="778071" y="299258"/>
                </a:moveTo>
                <a:cubicBezTo>
                  <a:pt x="760615" y="299258"/>
                  <a:pt x="745652" y="314221"/>
                  <a:pt x="745652" y="331678"/>
                </a:cubicBezTo>
                <a:cubicBezTo>
                  <a:pt x="745652" y="349135"/>
                  <a:pt x="760615" y="364097"/>
                  <a:pt x="778071" y="364097"/>
                </a:cubicBezTo>
                <a:cubicBezTo>
                  <a:pt x="795528" y="364097"/>
                  <a:pt x="810491" y="349135"/>
                  <a:pt x="810491" y="331678"/>
                </a:cubicBezTo>
                <a:cubicBezTo>
                  <a:pt x="810491" y="314221"/>
                  <a:pt x="795528" y="299258"/>
                  <a:pt x="778071" y="299258"/>
                </a:cubicBezTo>
                <a:close/>
                <a:moveTo>
                  <a:pt x="926453" y="299258"/>
                </a:moveTo>
                <a:cubicBezTo>
                  <a:pt x="908997" y="299258"/>
                  <a:pt x="894034" y="314221"/>
                  <a:pt x="894034" y="331678"/>
                </a:cubicBezTo>
                <a:cubicBezTo>
                  <a:pt x="894034" y="349135"/>
                  <a:pt x="908997" y="364097"/>
                  <a:pt x="926453" y="364097"/>
                </a:cubicBezTo>
                <a:cubicBezTo>
                  <a:pt x="943910" y="364097"/>
                  <a:pt x="958873" y="349135"/>
                  <a:pt x="958873" y="331678"/>
                </a:cubicBezTo>
                <a:cubicBezTo>
                  <a:pt x="958873" y="314221"/>
                  <a:pt x="943910" y="299258"/>
                  <a:pt x="926453" y="299258"/>
                </a:cubicBezTo>
                <a:close/>
                <a:moveTo>
                  <a:pt x="1076082" y="299258"/>
                </a:moveTo>
                <a:cubicBezTo>
                  <a:pt x="1058626" y="299258"/>
                  <a:pt x="1043663" y="314221"/>
                  <a:pt x="1043663" y="331678"/>
                </a:cubicBezTo>
                <a:cubicBezTo>
                  <a:pt x="1043663" y="349135"/>
                  <a:pt x="1058626" y="364097"/>
                  <a:pt x="1076082" y="364097"/>
                </a:cubicBezTo>
                <a:cubicBezTo>
                  <a:pt x="1093539" y="364097"/>
                  <a:pt x="1108503" y="349135"/>
                  <a:pt x="1108503" y="331678"/>
                </a:cubicBezTo>
                <a:cubicBezTo>
                  <a:pt x="1108503" y="314221"/>
                  <a:pt x="1093539" y="299258"/>
                  <a:pt x="1076082" y="299258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0"/>
          </a:gradFill>
          <a:ln w="12468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173A2ACE-9863-6E20-1362-6B04FEE36161}"/>
              </a:ext>
            </a:extLst>
          </p:cNvPr>
          <p:cNvSpPr txBox="1"/>
          <p:nvPr/>
        </p:nvSpPr>
        <p:spPr>
          <a:xfrm flipH="1">
            <a:off x="9995058" y="5639841"/>
            <a:ext cx="1672266" cy="549270"/>
          </a:xfrm>
          <a:custGeom>
            <a:avLst/>
            <a:gdLst>
              <a:gd name="connsiteX0" fmla="*/ 64839 w 1108502"/>
              <a:gd name="connsiteY0" fmla="*/ 32419 h 364097"/>
              <a:gd name="connsiteX1" fmla="*/ 32420 w 1108502"/>
              <a:gd name="connsiteY1" fmla="*/ 64839 h 364097"/>
              <a:gd name="connsiteX2" fmla="*/ 0 w 1108502"/>
              <a:gd name="connsiteY2" fmla="*/ 32419 h 364097"/>
              <a:gd name="connsiteX3" fmla="*/ 32420 w 1108502"/>
              <a:gd name="connsiteY3" fmla="*/ 0 h 364097"/>
              <a:gd name="connsiteX4" fmla="*/ 64839 w 1108502"/>
              <a:gd name="connsiteY4" fmla="*/ 32419 h 364097"/>
              <a:gd name="connsiteX5" fmla="*/ 180802 w 1108502"/>
              <a:gd name="connsiteY5" fmla="*/ 1247 h 364097"/>
              <a:gd name="connsiteX6" fmla="*/ 148382 w 1108502"/>
              <a:gd name="connsiteY6" fmla="*/ 33666 h 364097"/>
              <a:gd name="connsiteX7" fmla="*/ 180802 w 1108502"/>
              <a:gd name="connsiteY7" fmla="*/ 66086 h 364097"/>
              <a:gd name="connsiteX8" fmla="*/ 213222 w 1108502"/>
              <a:gd name="connsiteY8" fmla="*/ 33666 h 364097"/>
              <a:gd name="connsiteX9" fmla="*/ 180802 w 1108502"/>
              <a:gd name="connsiteY9" fmla="*/ 1247 h 364097"/>
              <a:gd name="connsiteX10" fmla="*/ 64839 w 1108502"/>
              <a:gd name="connsiteY10" fmla="*/ 182048 h 364097"/>
              <a:gd name="connsiteX11" fmla="*/ 32420 w 1108502"/>
              <a:gd name="connsiteY11" fmla="*/ 149629 h 364097"/>
              <a:gd name="connsiteX12" fmla="*/ 0 w 1108502"/>
              <a:gd name="connsiteY12" fmla="*/ 182048 h 364097"/>
              <a:gd name="connsiteX13" fmla="*/ 32420 w 1108502"/>
              <a:gd name="connsiteY13" fmla="*/ 214468 h 364097"/>
              <a:gd name="connsiteX14" fmla="*/ 64839 w 1108502"/>
              <a:gd name="connsiteY14" fmla="*/ 182048 h 364097"/>
              <a:gd name="connsiteX15" fmla="*/ 330431 w 1108502"/>
              <a:gd name="connsiteY15" fmla="*/ 1247 h 364097"/>
              <a:gd name="connsiteX16" fmla="*/ 298011 w 1108502"/>
              <a:gd name="connsiteY16" fmla="*/ 33666 h 364097"/>
              <a:gd name="connsiteX17" fmla="*/ 330431 w 1108502"/>
              <a:gd name="connsiteY17" fmla="*/ 66086 h 364097"/>
              <a:gd name="connsiteX18" fmla="*/ 362851 w 1108502"/>
              <a:gd name="connsiteY18" fmla="*/ 33666 h 364097"/>
              <a:gd name="connsiteX19" fmla="*/ 330431 w 1108502"/>
              <a:gd name="connsiteY19" fmla="*/ 1247 h 364097"/>
              <a:gd name="connsiteX20" fmla="*/ 480060 w 1108502"/>
              <a:gd name="connsiteY20" fmla="*/ 1247 h 364097"/>
              <a:gd name="connsiteX21" fmla="*/ 447640 w 1108502"/>
              <a:gd name="connsiteY21" fmla="*/ 33666 h 364097"/>
              <a:gd name="connsiteX22" fmla="*/ 480060 w 1108502"/>
              <a:gd name="connsiteY22" fmla="*/ 66086 h 364097"/>
              <a:gd name="connsiteX23" fmla="*/ 512480 w 1108502"/>
              <a:gd name="connsiteY23" fmla="*/ 33666 h 364097"/>
              <a:gd name="connsiteX24" fmla="*/ 480060 w 1108502"/>
              <a:gd name="connsiteY24" fmla="*/ 1247 h 364097"/>
              <a:gd name="connsiteX25" fmla="*/ 628442 w 1108502"/>
              <a:gd name="connsiteY25" fmla="*/ 1247 h 364097"/>
              <a:gd name="connsiteX26" fmla="*/ 596022 w 1108502"/>
              <a:gd name="connsiteY26" fmla="*/ 33666 h 364097"/>
              <a:gd name="connsiteX27" fmla="*/ 628442 w 1108502"/>
              <a:gd name="connsiteY27" fmla="*/ 66086 h 364097"/>
              <a:gd name="connsiteX28" fmla="*/ 660862 w 1108502"/>
              <a:gd name="connsiteY28" fmla="*/ 33666 h 364097"/>
              <a:gd name="connsiteX29" fmla="*/ 628442 w 1108502"/>
              <a:gd name="connsiteY29" fmla="*/ 1247 h 364097"/>
              <a:gd name="connsiteX30" fmla="*/ 778071 w 1108502"/>
              <a:gd name="connsiteY30" fmla="*/ 1247 h 364097"/>
              <a:gd name="connsiteX31" fmla="*/ 745652 w 1108502"/>
              <a:gd name="connsiteY31" fmla="*/ 33666 h 364097"/>
              <a:gd name="connsiteX32" fmla="*/ 778071 w 1108502"/>
              <a:gd name="connsiteY32" fmla="*/ 66086 h 364097"/>
              <a:gd name="connsiteX33" fmla="*/ 810491 w 1108502"/>
              <a:gd name="connsiteY33" fmla="*/ 33666 h 364097"/>
              <a:gd name="connsiteX34" fmla="*/ 778071 w 1108502"/>
              <a:gd name="connsiteY34" fmla="*/ 1247 h 364097"/>
              <a:gd name="connsiteX35" fmla="*/ 926453 w 1108502"/>
              <a:gd name="connsiteY35" fmla="*/ 1247 h 364097"/>
              <a:gd name="connsiteX36" fmla="*/ 894034 w 1108502"/>
              <a:gd name="connsiteY36" fmla="*/ 33666 h 364097"/>
              <a:gd name="connsiteX37" fmla="*/ 926453 w 1108502"/>
              <a:gd name="connsiteY37" fmla="*/ 66086 h 364097"/>
              <a:gd name="connsiteX38" fmla="*/ 958873 w 1108502"/>
              <a:gd name="connsiteY38" fmla="*/ 33666 h 364097"/>
              <a:gd name="connsiteX39" fmla="*/ 926453 w 1108502"/>
              <a:gd name="connsiteY39" fmla="*/ 1247 h 364097"/>
              <a:gd name="connsiteX40" fmla="*/ 1076082 w 1108502"/>
              <a:gd name="connsiteY40" fmla="*/ 1247 h 364097"/>
              <a:gd name="connsiteX41" fmla="*/ 1043663 w 1108502"/>
              <a:gd name="connsiteY41" fmla="*/ 33666 h 364097"/>
              <a:gd name="connsiteX42" fmla="*/ 1076082 w 1108502"/>
              <a:gd name="connsiteY42" fmla="*/ 66086 h 364097"/>
              <a:gd name="connsiteX43" fmla="*/ 1108503 w 1108502"/>
              <a:gd name="connsiteY43" fmla="*/ 33666 h 364097"/>
              <a:gd name="connsiteX44" fmla="*/ 1076082 w 1108502"/>
              <a:gd name="connsiteY44" fmla="*/ 1247 h 364097"/>
              <a:gd name="connsiteX45" fmla="*/ 180802 w 1108502"/>
              <a:gd name="connsiteY45" fmla="*/ 149629 h 364097"/>
              <a:gd name="connsiteX46" fmla="*/ 148382 w 1108502"/>
              <a:gd name="connsiteY46" fmla="*/ 182048 h 364097"/>
              <a:gd name="connsiteX47" fmla="*/ 180802 w 1108502"/>
              <a:gd name="connsiteY47" fmla="*/ 214468 h 364097"/>
              <a:gd name="connsiteX48" fmla="*/ 213222 w 1108502"/>
              <a:gd name="connsiteY48" fmla="*/ 182048 h 364097"/>
              <a:gd name="connsiteX49" fmla="*/ 180802 w 1108502"/>
              <a:gd name="connsiteY49" fmla="*/ 149629 h 364097"/>
              <a:gd name="connsiteX50" fmla="*/ 330431 w 1108502"/>
              <a:gd name="connsiteY50" fmla="*/ 149629 h 364097"/>
              <a:gd name="connsiteX51" fmla="*/ 298011 w 1108502"/>
              <a:gd name="connsiteY51" fmla="*/ 182048 h 364097"/>
              <a:gd name="connsiteX52" fmla="*/ 330431 w 1108502"/>
              <a:gd name="connsiteY52" fmla="*/ 214468 h 364097"/>
              <a:gd name="connsiteX53" fmla="*/ 362851 w 1108502"/>
              <a:gd name="connsiteY53" fmla="*/ 182048 h 364097"/>
              <a:gd name="connsiteX54" fmla="*/ 330431 w 1108502"/>
              <a:gd name="connsiteY54" fmla="*/ 149629 h 364097"/>
              <a:gd name="connsiteX55" fmla="*/ 480060 w 1108502"/>
              <a:gd name="connsiteY55" fmla="*/ 149629 h 364097"/>
              <a:gd name="connsiteX56" fmla="*/ 447640 w 1108502"/>
              <a:gd name="connsiteY56" fmla="*/ 182048 h 364097"/>
              <a:gd name="connsiteX57" fmla="*/ 480060 w 1108502"/>
              <a:gd name="connsiteY57" fmla="*/ 214468 h 364097"/>
              <a:gd name="connsiteX58" fmla="*/ 512480 w 1108502"/>
              <a:gd name="connsiteY58" fmla="*/ 182048 h 364097"/>
              <a:gd name="connsiteX59" fmla="*/ 480060 w 1108502"/>
              <a:gd name="connsiteY59" fmla="*/ 149629 h 364097"/>
              <a:gd name="connsiteX60" fmla="*/ 628442 w 1108502"/>
              <a:gd name="connsiteY60" fmla="*/ 149629 h 364097"/>
              <a:gd name="connsiteX61" fmla="*/ 596022 w 1108502"/>
              <a:gd name="connsiteY61" fmla="*/ 182048 h 364097"/>
              <a:gd name="connsiteX62" fmla="*/ 628442 w 1108502"/>
              <a:gd name="connsiteY62" fmla="*/ 214468 h 364097"/>
              <a:gd name="connsiteX63" fmla="*/ 660862 w 1108502"/>
              <a:gd name="connsiteY63" fmla="*/ 182048 h 364097"/>
              <a:gd name="connsiteX64" fmla="*/ 628442 w 1108502"/>
              <a:gd name="connsiteY64" fmla="*/ 149629 h 364097"/>
              <a:gd name="connsiteX65" fmla="*/ 778071 w 1108502"/>
              <a:gd name="connsiteY65" fmla="*/ 149629 h 364097"/>
              <a:gd name="connsiteX66" fmla="*/ 745652 w 1108502"/>
              <a:gd name="connsiteY66" fmla="*/ 182048 h 364097"/>
              <a:gd name="connsiteX67" fmla="*/ 778071 w 1108502"/>
              <a:gd name="connsiteY67" fmla="*/ 214468 h 364097"/>
              <a:gd name="connsiteX68" fmla="*/ 810491 w 1108502"/>
              <a:gd name="connsiteY68" fmla="*/ 182048 h 364097"/>
              <a:gd name="connsiteX69" fmla="*/ 778071 w 1108502"/>
              <a:gd name="connsiteY69" fmla="*/ 149629 h 364097"/>
              <a:gd name="connsiteX70" fmla="*/ 926453 w 1108502"/>
              <a:gd name="connsiteY70" fmla="*/ 149629 h 364097"/>
              <a:gd name="connsiteX71" fmla="*/ 894034 w 1108502"/>
              <a:gd name="connsiteY71" fmla="*/ 182048 h 364097"/>
              <a:gd name="connsiteX72" fmla="*/ 926453 w 1108502"/>
              <a:gd name="connsiteY72" fmla="*/ 214468 h 364097"/>
              <a:gd name="connsiteX73" fmla="*/ 958873 w 1108502"/>
              <a:gd name="connsiteY73" fmla="*/ 182048 h 364097"/>
              <a:gd name="connsiteX74" fmla="*/ 926453 w 1108502"/>
              <a:gd name="connsiteY74" fmla="*/ 149629 h 364097"/>
              <a:gd name="connsiteX75" fmla="*/ 1076082 w 1108502"/>
              <a:gd name="connsiteY75" fmla="*/ 149629 h 364097"/>
              <a:gd name="connsiteX76" fmla="*/ 1043663 w 1108502"/>
              <a:gd name="connsiteY76" fmla="*/ 182048 h 364097"/>
              <a:gd name="connsiteX77" fmla="*/ 1076082 w 1108502"/>
              <a:gd name="connsiteY77" fmla="*/ 214468 h 364097"/>
              <a:gd name="connsiteX78" fmla="*/ 1108503 w 1108502"/>
              <a:gd name="connsiteY78" fmla="*/ 182048 h 364097"/>
              <a:gd name="connsiteX79" fmla="*/ 1076082 w 1108502"/>
              <a:gd name="connsiteY79" fmla="*/ 149629 h 364097"/>
              <a:gd name="connsiteX80" fmla="*/ 32420 w 1108502"/>
              <a:gd name="connsiteY80" fmla="*/ 299258 h 364097"/>
              <a:gd name="connsiteX81" fmla="*/ 0 w 1108502"/>
              <a:gd name="connsiteY81" fmla="*/ 331678 h 364097"/>
              <a:gd name="connsiteX82" fmla="*/ 32420 w 1108502"/>
              <a:gd name="connsiteY82" fmla="*/ 364097 h 364097"/>
              <a:gd name="connsiteX83" fmla="*/ 64839 w 1108502"/>
              <a:gd name="connsiteY83" fmla="*/ 331678 h 364097"/>
              <a:gd name="connsiteX84" fmla="*/ 32420 w 1108502"/>
              <a:gd name="connsiteY84" fmla="*/ 299258 h 364097"/>
              <a:gd name="connsiteX85" fmla="*/ 180802 w 1108502"/>
              <a:gd name="connsiteY85" fmla="*/ 299258 h 364097"/>
              <a:gd name="connsiteX86" fmla="*/ 148382 w 1108502"/>
              <a:gd name="connsiteY86" fmla="*/ 331678 h 364097"/>
              <a:gd name="connsiteX87" fmla="*/ 180802 w 1108502"/>
              <a:gd name="connsiteY87" fmla="*/ 364097 h 364097"/>
              <a:gd name="connsiteX88" fmla="*/ 213222 w 1108502"/>
              <a:gd name="connsiteY88" fmla="*/ 331678 h 364097"/>
              <a:gd name="connsiteX89" fmla="*/ 180802 w 1108502"/>
              <a:gd name="connsiteY89" fmla="*/ 299258 h 364097"/>
              <a:gd name="connsiteX90" fmla="*/ 330431 w 1108502"/>
              <a:gd name="connsiteY90" fmla="*/ 299258 h 364097"/>
              <a:gd name="connsiteX91" fmla="*/ 298011 w 1108502"/>
              <a:gd name="connsiteY91" fmla="*/ 331678 h 364097"/>
              <a:gd name="connsiteX92" fmla="*/ 330431 w 1108502"/>
              <a:gd name="connsiteY92" fmla="*/ 364097 h 364097"/>
              <a:gd name="connsiteX93" fmla="*/ 362851 w 1108502"/>
              <a:gd name="connsiteY93" fmla="*/ 331678 h 364097"/>
              <a:gd name="connsiteX94" fmla="*/ 330431 w 1108502"/>
              <a:gd name="connsiteY94" fmla="*/ 299258 h 364097"/>
              <a:gd name="connsiteX95" fmla="*/ 480060 w 1108502"/>
              <a:gd name="connsiteY95" fmla="*/ 299258 h 364097"/>
              <a:gd name="connsiteX96" fmla="*/ 447640 w 1108502"/>
              <a:gd name="connsiteY96" fmla="*/ 331678 h 364097"/>
              <a:gd name="connsiteX97" fmla="*/ 480060 w 1108502"/>
              <a:gd name="connsiteY97" fmla="*/ 364097 h 364097"/>
              <a:gd name="connsiteX98" fmla="*/ 512480 w 1108502"/>
              <a:gd name="connsiteY98" fmla="*/ 331678 h 364097"/>
              <a:gd name="connsiteX99" fmla="*/ 480060 w 1108502"/>
              <a:gd name="connsiteY99" fmla="*/ 299258 h 364097"/>
              <a:gd name="connsiteX100" fmla="*/ 628442 w 1108502"/>
              <a:gd name="connsiteY100" fmla="*/ 299258 h 364097"/>
              <a:gd name="connsiteX101" fmla="*/ 596022 w 1108502"/>
              <a:gd name="connsiteY101" fmla="*/ 331678 h 364097"/>
              <a:gd name="connsiteX102" fmla="*/ 628442 w 1108502"/>
              <a:gd name="connsiteY102" fmla="*/ 364097 h 364097"/>
              <a:gd name="connsiteX103" fmla="*/ 660862 w 1108502"/>
              <a:gd name="connsiteY103" fmla="*/ 331678 h 364097"/>
              <a:gd name="connsiteX104" fmla="*/ 628442 w 1108502"/>
              <a:gd name="connsiteY104" fmla="*/ 299258 h 364097"/>
              <a:gd name="connsiteX105" fmla="*/ 778071 w 1108502"/>
              <a:gd name="connsiteY105" fmla="*/ 299258 h 364097"/>
              <a:gd name="connsiteX106" fmla="*/ 745652 w 1108502"/>
              <a:gd name="connsiteY106" fmla="*/ 331678 h 364097"/>
              <a:gd name="connsiteX107" fmla="*/ 778071 w 1108502"/>
              <a:gd name="connsiteY107" fmla="*/ 364097 h 364097"/>
              <a:gd name="connsiteX108" fmla="*/ 810491 w 1108502"/>
              <a:gd name="connsiteY108" fmla="*/ 331678 h 364097"/>
              <a:gd name="connsiteX109" fmla="*/ 778071 w 1108502"/>
              <a:gd name="connsiteY109" fmla="*/ 299258 h 364097"/>
              <a:gd name="connsiteX110" fmla="*/ 926453 w 1108502"/>
              <a:gd name="connsiteY110" fmla="*/ 299258 h 364097"/>
              <a:gd name="connsiteX111" fmla="*/ 894034 w 1108502"/>
              <a:gd name="connsiteY111" fmla="*/ 331678 h 364097"/>
              <a:gd name="connsiteX112" fmla="*/ 926453 w 1108502"/>
              <a:gd name="connsiteY112" fmla="*/ 364097 h 364097"/>
              <a:gd name="connsiteX113" fmla="*/ 958873 w 1108502"/>
              <a:gd name="connsiteY113" fmla="*/ 331678 h 364097"/>
              <a:gd name="connsiteX114" fmla="*/ 926453 w 1108502"/>
              <a:gd name="connsiteY114" fmla="*/ 299258 h 364097"/>
              <a:gd name="connsiteX115" fmla="*/ 1076082 w 1108502"/>
              <a:gd name="connsiteY115" fmla="*/ 299258 h 364097"/>
              <a:gd name="connsiteX116" fmla="*/ 1043663 w 1108502"/>
              <a:gd name="connsiteY116" fmla="*/ 331678 h 364097"/>
              <a:gd name="connsiteX117" fmla="*/ 1076082 w 1108502"/>
              <a:gd name="connsiteY117" fmla="*/ 364097 h 364097"/>
              <a:gd name="connsiteX118" fmla="*/ 1108503 w 1108502"/>
              <a:gd name="connsiteY118" fmla="*/ 331678 h 364097"/>
              <a:gd name="connsiteX119" fmla="*/ 1076082 w 1108502"/>
              <a:gd name="connsiteY119" fmla="*/ 299258 h 364097"/>
            </a:gdLst>
            <a:ahLst/>
            <a:cxnLst/>
            <a:rect l="l" t="t" r="r" b="b"/>
            <a:pathLst>
              <a:path w="1108502" h="364097">
                <a:moveTo>
                  <a:pt x="64839" y="32419"/>
                </a:moveTo>
                <a:cubicBezTo>
                  <a:pt x="64839" y="49876"/>
                  <a:pt x="49876" y="64839"/>
                  <a:pt x="32420" y="64839"/>
                </a:cubicBezTo>
                <a:cubicBezTo>
                  <a:pt x="14963" y="64839"/>
                  <a:pt x="0" y="49876"/>
                  <a:pt x="0" y="32419"/>
                </a:cubicBezTo>
                <a:cubicBezTo>
                  <a:pt x="0" y="14963"/>
                  <a:pt x="14963" y="0"/>
                  <a:pt x="32420" y="0"/>
                </a:cubicBezTo>
                <a:cubicBezTo>
                  <a:pt x="49876" y="1247"/>
                  <a:pt x="64839" y="14963"/>
                  <a:pt x="64839" y="32419"/>
                </a:cubicBezTo>
                <a:close/>
                <a:moveTo>
                  <a:pt x="180802" y="1247"/>
                </a:moveTo>
                <a:cubicBezTo>
                  <a:pt x="163345" y="1247"/>
                  <a:pt x="148382" y="16210"/>
                  <a:pt x="148382" y="33666"/>
                </a:cubicBezTo>
                <a:cubicBezTo>
                  <a:pt x="148382" y="51123"/>
                  <a:pt x="163345" y="66086"/>
                  <a:pt x="180802" y="66086"/>
                </a:cubicBezTo>
                <a:cubicBezTo>
                  <a:pt x="198258" y="66086"/>
                  <a:pt x="213222" y="51123"/>
                  <a:pt x="213222" y="33666"/>
                </a:cubicBezTo>
                <a:cubicBezTo>
                  <a:pt x="213222" y="14963"/>
                  <a:pt x="199505" y="1247"/>
                  <a:pt x="180802" y="1247"/>
                </a:cubicBezTo>
                <a:close/>
                <a:moveTo>
                  <a:pt x="64839" y="182048"/>
                </a:moveTo>
                <a:cubicBezTo>
                  <a:pt x="64839" y="164592"/>
                  <a:pt x="49876" y="149629"/>
                  <a:pt x="32420" y="149629"/>
                </a:cubicBezTo>
                <a:cubicBezTo>
                  <a:pt x="14963" y="149629"/>
                  <a:pt x="0" y="164592"/>
                  <a:pt x="0" y="182048"/>
                </a:cubicBezTo>
                <a:cubicBezTo>
                  <a:pt x="0" y="199505"/>
                  <a:pt x="14963" y="214468"/>
                  <a:pt x="32420" y="214468"/>
                </a:cubicBezTo>
                <a:cubicBezTo>
                  <a:pt x="49876" y="214468"/>
                  <a:pt x="64839" y="199505"/>
                  <a:pt x="64839" y="182048"/>
                </a:cubicBezTo>
                <a:close/>
                <a:moveTo>
                  <a:pt x="330431" y="1247"/>
                </a:moveTo>
                <a:cubicBezTo>
                  <a:pt x="312974" y="1247"/>
                  <a:pt x="298011" y="16210"/>
                  <a:pt x="298011" y="33666"/>
                </a:cubicBezTo>
                <a:cubicBezTo>
                  <a:pt x="298011" y="51123"/>
                  <a:pt x="312974" y="66086"/>
                  <a:pt x="330431" y="66086"/>
                </a:cubicBezTo>
                <a:cubicBezTo>
                  <a:pt x="347888" y="66086"/>
                  <a:pt x="362851" y="51123"/>
                  <a:pt x="362851" y="33666"/>
                </a:cubicBezTo>
                <a:cubicBezTo>
                  <a:pt x="362851" y="14963"/>
                  <a:pt x="347888" y="1247"/>
                  <a:pt x="330431" y="1247"/>
                </a:cubicBezTo>
                <a:close/>
                <a:moveTo>
                  <a:pt x="480060" y="1247"/>
                </a:moveTo>
                <a:cubicBezTo>
                  <a:pt x="462603" y="1247"/>
                  <a:pt x="447640" y="16210"/>
                  <a:pt x="447640" y="33666"/>
                </a:cubicBezTo>
                <a:cubicBezTo>
                  <a:pt x="447640" y="51123"/>
                  <a:pt x="462603" y="66086"/>
                  <a:pt x="480060" y="66086"/>
                </a:cubicBezTo>
                <a:cubicBezTo>
                  <a:pt x="497517" y="66086"/>
                  <a:pt x="512480" y="51123"/>
                  <a:pt x="512480" y="33666"/>
                </a:cubicBezTo>
                <a:cubicBezTo>
                  <a:pt x="511233" y="14963"/>
                  <a:pt x="497517" y="1247"/>
                  <a:pt x="480060" y="1247"/>
                </a:cubicBezTo>
                <a:close/>
                <a:moveTo>
                  <a:pt x="628442" y="1247"/>
                </a:moveTo>
                <a:cubicBezTo>
                  <a:pt x="610985" y="1247"/>
                  <a:pt x="596022" y="16210"/>
                  <a:pt x="596022" y="33666"/>
                </a:cubicBezTo>
                <a:cubicBezTo>
                  <a:pt x="596022" y="51123"/>
                  <a:pt x="610985" y="66086"/>
                  <a:pt x="628442" y="66086"/>
                </a:cubicBezTo>
                <a:cubicBezTo>
                  <a:pt x="645899" y="66086"/>
                  <a:pt x="660862" y="51123"/>
                  <a:pt x="660862" y="33666"/>
                </a:cubicBezTo>
                <a:cubicBezTo>
                  <a:pt x="660862" y="14963"/>
                  <a:pt x="645899" y="1247"/>
                  <a:pt x="628442" y="1247"/>
                </a:cubicBezTo>
                <a:close/>
                <a:moveTo>
                  <a:pt x="778071" y="1247"/>
                </a:moveTo>
                <a:cubicBezTo>
                  <a:pt x="760615" y="1247"/>
                  <a:pt x="745652" y="16210"/>
                  <a:pt x="745652" y="33666"/>
                </a:cubicBezTo>
                <a:cubicBezTo>
                  <a:pt x="745652" y="51123"/>
                  <a:pt x="760615" y="66086"/>
                  <a:pt x="778071" y="66086"/>
                </a:cubicBezTo>
                <a:cubicBezTo>
                  <a:pt x="795528" y="66086"/>
                  <a:pt x="810491" y="51123"/>
                  <a:pt x="810491" y="33666"/>
                </a:cubicBezTo>
                <a:cubicBezTo>
                  <a:pt x="809244" y="14963"/>
                  <a:pt x="795528" y="1247"/>
                  <a:pt x="778071" y="1247"/>
                </a:cubicBezTo>
                <a:close/>
                <a:moveTo>
                  <a:pt x="926453" y="1247"/>
                </a:moveTo>
                <a:cubicBezTo>
                  <a:pt x="908997" y="1247"/>
                  <a:pt x="894034" y="16210"/>
                  <a:pt x="894034" y="33666"/>
                </a:cubicBezTo>
                <a:cubicBezTo>
                  <a:pt x="894034" y="51123"/>
                  <a:pt x="908997" y="66086"/>
                  <a:pt x="926453" y="66086"/>
                </a:cubicBezTo>
                <a:cubicBezTo>
                  <a:pt x="943910" y="66086"/>
                  <a:pt x="958873" y="51123"/>
                  <a:pt x="958873" y="33666"/>
                </a:cubicBezTo>
                <a:cubicBezTo>
                  <a:pt x="958873" y="14963"/>
                  <a:pt x="943910" y="1247"/>
                  <a:pt x="926453" y="1247"/>
                </a:cubicBezTo>
                <a:close/>
                <a:moveTo>
                  <a:pt x="1076082" y="1247"/>
                </a:moveTo>
                <a:cubicBezTo>
                  <a:pt x="1058626" y="1247"/>
                  <a:pt x="1043663" y="16210"/>
                  <a:pt x="1043663" y="33666"/>
                </a:cubicBezTo>
                <a:cubicBezTo>
                  <a:pt x="1043663" y="51123"/>
                  <a:pt x="1058626" y="66086"/>
                  <a:pt x="1076082" y="66086"/>
                </a:cubicBezTo>
                <a:cubicBezTo>
                  <a:pt x="1093539" y="66086"/>
                  <a:pt x="1108503" y="51123"/>
                  <a:pt x="1108503" y="33666"/>
                </a:cubicBezTo>
                <a:cubicBezTo>
                  <a:pt x="1107255" y="14963"/>
                  <a:pt x="1093539" y="1247"/>
                  <a:pt x="1076082" y="1247"/>
                </a:cubicBezTo>
                <a:close/>
                <a:moveTo>
                  <a:pt x="180802" y="149629"/>
                </a:moveTo>
                <a:cubicBezTo>
                  <a:pt x="163345" y="149629"/>
                  <a:pt x="148382" y="164592"/>
                  <a:pt x="148382" y="182048"/>
                </a:cubicBezTo>
                <a:cubicBezTo>
                  <a:pt x="148382" y="199505"/>
                  <a:pt x="163345" y="214468"/>
                  <a:pt x="180802" y="214468"/>
                </a:cubicBezTo>
                <a:cubicBezTo>
                  <a:pt x="198258" y="214468"/>
                  <a:pt x="213222" y="199505"/>
                  <a:pt x="213222" y="182048"/>
                </a:cubicBezTo>
                <a:cubicBezTo>
                  <a:pt x="213222" y="164592"/>
                  <a:pt x="199505" y="149629"/>
                  <a:pt x="180802" y="149629"/>
                </a:cubicBezTo>
                <a:close/>
                <a:moveTo>
                  <a:pt x="330431" y="149629"/>
                </a:moveTo>
                <a:cubicBezTo>
                  <a:pt x="312974" y="149629"/>
                  <a:pt x="298011" y="164592"/>
                  <a:pt x="298011" y="182048"/>
                </a:cubicBezTo>
                <a:cubicBezTo>
                  <a:pt x="298011" y="199505"/>
                  <a:pt x="312974" y="214468"/>
                  <a:pt x="330431" y="214468"/>
                </a:cubicBezTo>
                <a:cubicBezTo>
                  <a:pt x="347888" y="214468"/>
                  <a:pt x="362851" y="199505"/>
                  <a:pt x="362851" y="182048"/>
                </a:cubicBezTo>
                <a:cubicBezTo>
                  <a:pt x="362851" y="164592"/>
                  <a:pt x="347888" y="149629"/>
                  <a:pt x="330431" y="149629"/>
                </a:cubicBezTo>
                <a:close/>
                <a:moveTo>
                  <a:pt x="480060" y="149629"/>
                </a:moveTo>
                <a:cubicBezTo>
                  <a:pt x="462603" y="149629"/>
                  <a:pt x="447640" y="164592"/>
                  <a:pt x="447640" y="182048"/>
                </a:cubicBezTo>
                <a:cubicBezTo>
                  <a:pt x="447640" y="199505"/>
                  <a:pt x="462603" y="214468"/>
                  <a:pt x="480060" y="214468"/>
                </a:cubicBezTo>
                <a:cubicBezTo>
                  <a:pt x="497517" y="214468"/>
                  <a:pt x="512480" y="199505"/>
                  <a:pt x="512480" y="182048"/>
                </a:cubicBezTo>
                <a:cubicBezTo>
                  <a:pt x="512480" y="164592"/>
                  <a:pt x="497517" y="149629"/>
                  <a:pt x="480060" y="149629"/>
                </a:cubicBezTo>
                <a:close/>
                <a:moveTo>
                  <a:pt x="628442" y="149629"/>
                </a:moveTo>
                <a:cubicBezTo>
                  <a:pt x="610985" y="149629"/>
                  <a:pt x="596022" y="164592"/>
                  <a:pt x="596022" y="182048"/>
                </a:cubicBezTo>
                <a:cubicBezTo>
                  <a:pt x="596022" y="199505"/>
                  <a:pt x="610985" y="214468"/>
                  <a:pt x="628442" y="214468"/>
                </a:cubicBezTo>
                <a:cubicBezTo>
                  <a:pt x="645899" y="214468"/>
                  <a:pt x="660862" y="199505"/>
                  <a:pt x="660862" y="182048"/>
                </a:cubicBezTo>
                <a:cubicBezTo>
                  <a:pt x="660862" y="164592"/>
                  <a:pt x="645899" y="149629"/>
                  <a:pt x="628442" y="149629"/>
                </a:cubicBezTo>
                <a:close/>
                <a:moveTo>
                  <a:pt x="778071" y="149629"/>
                </a:moveTo>
                <a:cubicBezTo>
                  <a:pt x="760615" y="149629"/>
                  <a:pt x="745652" y="164592"/>
                  <a:pt x="745652" y="182048"/>
                </a:cubicBezTo>
                <a:cubicBezTo>
                  <a:pt x="745652" y="199505"/>
                  <a:pt x="760615" y="214468"/>
                  <a:pt x="778071" y="214468"/>
                </a:cubicBezTo>
                <a:cubicBezTo>
                  <a:pt x="795528" y="214468"/>
                  <a:pt x="810491" y="199505"/>
                  <a:pt x="810491" y="182048"/>
                </a:cubicBezTo>
                <a:cubicBezTo>
                  <a:pt x="810491" y="164592"/>
                  <a:pt x="795528" y="149629"/>
                  <a:pt x="778071" y="149629"/>
                </a:cubicBezTo>
                <a:close/>
                <a:moveTo>
                  <a:pt x="926453" y="149629"/>
                </a:moveTo>
                <a:cubicBezTo>
                  <a:pt x="908997" y="149629"/>
                  <a:pt x="894034" y="164592"/>
                  <a:pt x="894034" y="182048"/>
                </a:cubicBezTo>
                <a:cubicBezTo>
                  <a:pt x="894034" y="199505"/>
                  <a:pt x="908997" y="214468"/>
                  <a:pt x="926453" y="214468"/>
                </a:cubicBezTo>
                <a:cubicBezTo>
                  <a:pt x="943910" y="214468"/>
                  <a:pt x="958873" y="199505"/>
                  <a:pt x="958873" y="182048"/>
                </a:cubicBezTo>
                <a:cubicBezTo>
                  <a:pt x="958873" y="164592"/>
                  <a:pt x="943910" y="149629"/>
                  <a:pt x="926453" y="149629"/>
                </a:cubicBezTo>
                <a:close/>
                <a:moveTo>
                  <a:pt x="1076082" y="149629"/>
                </a:moveTo>
                <a:cubicBezTo>
                  <a:pt x="1058626" y="149629"/>
                  <a:pt x="1043663" y="164592"/>
                  <a:pt x="1043663" y="182048"/>
                </a:cubicBezTo>
                <a:cubicBezTo>
                  <a:pt x="1043663" y="199505"/>
                  <a:pt x="1058626" y="214468"/>
                  <a:pt x="1076082" y="214468"/>
                </a:cubicBezTo>
                <a:cubicBezTo>
                  <a:pt x="1093539" y="214468"/>
                  <a:pt x="1108503" y="199505"/>
                  <a:pt x="1108503" y="182048"/>
                </a:cubicBezTo>
                <a:cubicBezTo>
                  <a:pt x="1108503" y="164592"/>
                  <a:pt x="1093539" y="149629"/>
                  <a:pt x="1076082" y="149629"/>
                </a:cubicBezTo>
                <a:close/>
                <a:moveTo>
                  <a:pt x="32420" y="299258"/>
                </a:moveTo>
                <a:cubicBezTo>
                  <a:pt x="14963" y="299258"/>
                  <a:pt x="0" y="314221"/>
                  <a:pt x="0" y="331678"/>
                </a:cubicBezTo>
                <a:cubicBezTo>
                  <a:pt x="0" y="349135"/>
                  <a:pt x="14963" y="364097"/>
                  <a:pt x="32420" y="364097"/>
                </a:cubicBezTo>
                <a:cubicBezTo>
                  <a:pt x="49876" y="364097"/>
                  <a:pt x="64839" y="349135"/>
                  <a:pt x="64839" y="331678"/>
                </a:cubicBezTo>
                <a:cubicBezTo>
                  <a:pt x="64839" y="314221"/>
                  <a:pt x="49876" y="299258"/>
                  <a:pt x="32420" y="299258"/>
                </a:cubicBezTo>
                <a:close/>
                <a:moveTo>
                  <a:pt x="180802" y="299258"/>
                </a:moveTo>
                <a:cubicBezTo>
                  <a:pt x="163345" y="299258"/>
                  <a:pt x="148382" y="314221"/>
                  <a:pt x="148382" y="331678"/>
                </a:cubicBezTo>
                <a:cubicBezTo>
                  <a:pt x="148382" y="349135"/>
                  <a:pt x="163345" y="364097"/>
                  <a:pt x="180802" y="364097"/>
                </a:cubicBezTo>
                <a:cubicBezTo>
                  <a:pt x="198258" y="364097"/>
                  <a:pt x="213222" y="349135"/>
                  <a:pt x="213222" y="331678"/>
                </a:cubicBezTo>
                <a:cubicBezTo>
                  <a:pt x="213222" y="314221"/>
                  <a:pt x="199505" y="299258"/>
                  <a:pt x="180802" y="299258"/>
                </a:cubicBezTo>
                <a:close/>
                <a:moveTo>
                  <a:pt x="330431" y="299258"/>
                </a:moveTo>
                <a:cubicBezTo>
                  <a:pt x="312974" y="299258"/>
                  <a:pt x="298011" y="314221"/>
                  <a:pt x="298011" y="331678"/>
                </a:cubicBezTo>
                <a:cubicBezTo>
                  <a:pt x="298011" y="349135"/>
                  <a:pt x="312974" y="364097"/>
                  <a:pt x="330431" y="364097"/>
                </a:cubicBezTo>
                <a:cubicBezTo>
                  <a:pt x="347888" y="364097"/>
                  <a:pt x="362851" y="349135"/>
                  <a:pt x="362851" y="331678"/>
                </a:cubicBezTo>
                <a:cubicBezTo>
                  <a:pt x="362851" y="314221"/>
                  <a:pt x="347888" y="299258"/>
                  <a:pt x="330431" y="299258"/>
                </a:cubicBezTo>
                <a:close/>
                <a:moveTo>
                  <a:pt x="480060" y="299258"/>
                </a:moveTo>
                <a:cubicBezTo>
                  <a:pt x="462603" y="299258"/>
                  <a:pt x="447640" y="314221"/>
                  <a:pt x="447640" y="331678"/>
                </a:cubicBezTo>
                <a:cubicBezTo>
                  <a:pt x="447640" y="349135"/>
                  <a:pt x="462603" y="364097"/>
                  <a:pt x="480060" y="364097"/>
                </a:cubicBezTo>
                <a:cubicBezTo>
                  <a:pt x="497517" y="364097"/>
                  <a:pt x="512480" y="349135"/>
                  <a:pt x="512480" y="331678"/>
                </a:cubicBezTo>
                <a:cubicBezTo>
                  <a:pt x="512480" y="314221"/>
                  <a:pt x="497517" y="299258"/>
                  <a:pt x="480060" y="299258"/>
                </a:cubicBezTo>
                <a:close/>
                <a:moveTo>
                  <a:pt x="628442" y="299258"/>
                </a:moveTo>
                <a:cubicBezTo>
                  <a:pt x="610985" y="299258"/>
                  <a:pt x="596022" y="314221"/>
                  <a:pt x="596022" y="331678"/>
                </a:cubicBezTo>
                <a:cubicBezTo>
                  <a:pt x="596022" y="349135"/>
                  <a:pt x="610985" y="364097"/>
                  <a:pt x="628442" y="364097"/>
                </a:cubicBezTo>
                <a:cubicBezTo>
                  <a:pt x="645899" y="364097"/>
                  <a:pt x="660862" y="349135"/>
                  <a:pt x="660862" y="331678"/>
                </a:cubicBezTo>
                <a:cubicBezTo>
                  <a:pt x="660862" y="314221"/>
                  <a:pt x="645899" y="299258"/>
                  <a:pt x="628442" y="299258"/>
                </a:cubicBezTo>
                <a:close/>
                <a:moveTo>
                  <a:pt x="778071" y="299258"/>
                </a:moveTo>
                <a:cubicBezTo>
                  <a:pt x="760615" y="299258"/>
                  <a:pt x="745652" y="314221"/>
                  <a:pt x="745652" y="331678"/>
                </a:cubicBezTo>
                <a:cubicBezTo>
                  <a:pt x="745652" y="349135"/>
                  <a:pt x="760615" y="364097"/>
                  <a:pt x="778071" y="364097"/>
                </a:cubicBezTo>
                <a:cubicBezTo>
                  <a:pt x="795528" y="364097"/>
                  <a:pt x="810491" y="349135"/>
                  <a:pt x="810491" y="331678"/>
                </a:cubicBezTo>
                <a:cubicBezTo>
                  <a:pt x="810491" y="314221"/>
                  <a:pt x="795528" y="299258"/>
                  <a:pt x="778071" y="299258"/>
                </a:cubicBezTo>
                <a:close/>
                <a:moveTo>
                  <a:pt x="926453" y="299258"/>
                </a:moveTo>
                <a:cubicBezTo>
                  <a:pt x="908997" y="299258"/>
                  <a:pt x="894034" y="314221"/>
                  <a:pt x="894034" y="331678"/>
                </a:cubicBezTo>
                <a:cubicBezTo>
                  <a:pt x="894034" y="349135"/>
                  <a:pt x="908997" y="364097"/>
                  <a:pt x="926453" y="364097"/>
                </a:cubicBezTo>
                <a:cubicBezTo>
                  <a:pt x="943910" y="364097"/>
                  <a:pt x="958873" y="349135"/>
                  <a:pt x="958873" y="331678"/>
                </a:cubicBezTo>
                <a:cubicBezTo>
                  <a:pt x="958873" y="314221"/>
                  <a:pt x="943910" y="299258"/>
                  <a:pt x="926453" y="299258"/>
                </a:cubicBezTo>
                <a:close/>
                <a:moveTo>
                  <a:pt x="1076082" y="299258"/>
                </a:moveTo>
                <a:cubicBezTo>
                  <a:pt x="1058626" y="299258"/>
                  <a:pt x="1043663" y="314221"/>
                  <a:pt x="1043663" y="331678"/>
                </a:cubicBezTo>
                <a:cubicBezTo>
                  <a:pt x="1043663" y="349135"/>
                  <a:pt x="1058626" y="364097"/>
                  <a:pt x="1076082" y="364097"/>
                </a:cubicBezTo>
                <a:cubicBezTo>
                  <a:pt x="1093539" y="364097"/>
                  <a:pt x="1108503" y="349135"/>
                  <a:pt x="1108503" y="331678"/>
                </a:cubicBezTo>
                <a:cubicBezTo>
                  <a:pt x="1108503" y="314221"/>
                  <a:pt x="1093539" y="299258"/>
                  <a:pt x="1076082" y="299258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0"/>
          </a:gradFill>
          <a:ln w="12468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C2F1AFDD-95DC-678D-4D2D-06BFFE7D8700}"/>
              </a:ext>
            </a:extLst>
          </p:cNvPr>
          <p:cNvSpPr txBox="1"/>
          <p:nvPr/>
        </p:nvSpPr>
        <p:spPr>
          <a:xfrm>
            <a:off x="2683263" y="3071176"/>
            <a:ext cx="7040627" cy="23239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实验结果与分析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655EF128-8CB2-B7C5-183A-D259B4C5B6F2}"/>
              </a:ext>
            </a:extLst>
          </p:cNvPr>
          <p:cNvSpPr txBox="1"/>
          <p:nvPr/>
        </p:nvSpPr>
        <p:spPr>
          <a:xfrm>
            <a:off x="5172981" y="-411079"/>
            <a:ext cx="2574696" cy="3482255"/>
          </a:xfrm>
          <a:prstGeom prst="rect">
            <a:avLst/>
          </a:prstGeom>
          <a:noFill/>
          <a:ln cap="sq">
            <a:noFill/>
          </a:ln>
          <a:effectLst>
            <a:outerShdw blurRad="457200" dist="127000" dir="5400000" sx="90000" sy="90000" rotWithShape="0">
              <a:srgbClr val="4E82EA">
                <a:alpha val="60000"/>
              </a:srgbClr>
            </a:outerShdw>
          </a:effectLst>
        </p:spPr>
        <p:txBody>
          <a:bodyPr vert="horz"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0" b="1" i="0" u="none" strike="noStrike" kern="1200" cap="none" spc="0" normalizeH="0" baseline="0" noProof="0">
                <a:ln w="12700">
                  <a:noFill/>
                </a:ln>
                <a:solidFill>
                  <a:srgbClr val="0F6FC6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/>
              </a:rPr>
              <a:t>0</a:t>
            </a:r>
            <a:r>
              <a:rPr kumimoji="1" lang="en-US" altLang="zh-CN" sz="11000" b="1">
                <a:ln w="12700">
                  <a:noFill/>
                </a:ln>
                <a:solidFill>
                  <a:srgbClr val="0F6FC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/>
              </a:rPr>
              <a:t>5</a:t>
            </a: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28877A79-D6CC-0FEB-1A86-212040E20B8B}"/>
              </a:ext>
            </a:extLst>
          </p:cNvPr>
          <p:cNvSpPr txBox="1"/>
          <p:nvPr/>
        </p:nvSpPr>
        <p:spPr>
          <a:xfrm>
            <a:off x="7066145" y="1645832"/>
            <a:ext cx="457402" cy="366121"/>
          </a:xfrm>
          <a:custGeom>
            <a:avLst/>
            <a:gdLst/>
            <a:ahLst/>
            <a:cxnLst/>
            <a:rect l="l" t="t" r="r" b="b"/>
            <a:pathLst>
              <a:path w="671826" h="537753">
                <a:moveTo>
                  <a:pt x="364331" y="0"/>
                </a:moveTo>
                <a:lnTo>
                  <a:pt x="671826" y="0"/>
                </a:lnTo>
                <a:lnTo>
                  <a:pt x="671826" y="244831"/>
                </a:lnTo>
                <a:cubicBezTo>
                  <a:pt x="668912" y="426510"/>
                  <a:pt x="566413" y="524151"/>
                  <a:pt x="364331" y="537753"/>
                </a:cubicBezTo>
                <a:lnTo>
                  <a:pt x="364331" y="409508"/>
                </a:lnTo>
                <a:cubicBezTo>
                  <a:pt x="410965" y="404651"/>
                  <a:pt x="446912" y="391535"/>
                  <a:pt x="472173" y="370161"/>
                </a:cubicBezTo>
                <a:cubicBezTo>
                  <a:pt x="494518" y="346843"/>
                  <a:pt x="505691" y="318183"/>
                  <a:pt x="505691" y="284178"/>
                </a:cubicBezTo>
                <a:lnTo>
                  <a:pt x="364331" y="284178"/>
                </a:lnTo>
                <a:close/>
                <a:moveTo>
                  <a:pt x="0" y="0"/>
                </a:moveTo>
                <a:lnTo>
                  <a:pt x="307495" y="0"/>
                </a:lnTo>
                <a:lnTo>
                  <a:pt x="307495" y="244831"/>
                </a:lnTo>
                <a:cubicBezTo>
                  <a:pt x="304580" y="426510"/>
                  <a:pt x="202082" y="524151"/>
                  <a:pt x="0" y="537753"/>
                </a:cubicBezTo>
                <a:lnTo>
                  <a:pt x="0" y="409508"/>
                </a:lnTo>
                <a:cubicBezTo>
                  <a:pt x="46634" y="404651"/>
                  <a:pt x="82581" y="391535"/>
                  <a:pt x="107842" y="370161"/>
                </a:cubicBezTo>
                <a:cubicBezTo>
                  <a:pt x="130187" y="346843"/>
                  <a:pt x="141360" y="318183"/>
                  <a:pt x="141360" y="284178"/>
                </a:cubicBezTo>
                <a:lnTo>
                  <a:pt x="0" y="284178"/>
                </a:lnTo>
                <a:close/>
              </a:path>
            </a:pathLst>
          </a:custGeom>
          <a:noFill/>
          <a:ln w="22225" cap="sq">
            <a:solidFill>
              <a:schemeClr val="accent1"/>
            </a:solidFill>
          </a:ln>
          <a:effectLst/>
        </p:spPr>
        <p:txBody>
          <a:bodyPr vert="horz" wrap="square" lIns="91440" tIns="45720" rIns="91440" bIns="4572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4" name="图片">
            <a:extLst>
              <a:ext uri="{FF2B5EF4-FFF2-40B4-BE49-F238E27FC236}">
                <a16:creationId xmlns:a16="http://schemas.microsoft.com/office/drawing/2014/main" id="{9C8F0591-9A29-5948-AAE5-7535D08ADB1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 rot="194103">
            <a:off x="-728641" y="3222174"/>
            <a:ext cx="4026774" cy="40267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428992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AB93A-16CF-D4D1-8465-E30303971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9D72FC-4DEA-AB4D-F11B-83F6555B112D}"/>
              </a:ext>
            </a:extLst>
          </p:cNvPr>
          <p:cNvSpPr txBox="1"/>
          <p:nvPr/>
        </p:nvSpPr>
        <p:spPr>
          <a:xfrm>
            <a:off x="-18288" y="0"/>
            <a:ext cx="12228576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99000">
                <a:schemeClr val="accent1">
                  <a:lumMod val="20000"/>
                  <a:lumOff val="80000"/>
                </a:schemeClr>
              </a:gs>
            </a:gsLst>
            <a:lin ang="6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C6416613-B5C3-C5E2-CF81-95A135B479D5}"/>
              </a:ext>
            </a:extLst>
          </p:cNvPr>
          <p:cNvSpPr txBox="1"/>
          <p:nvPr/>
        </p:nvSpPr>
        <p:spPr>
          <a:xfrm>
            <a:off x="579455" y="238458"/>
            <a:ext cx="10377569" cy="53641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lvl="0">
              <a:lnSpc>
                <a:spcPct val="130000"/>
              </a:lnSpc>
              <a:defRPr/>
            </a:pPr>
            <a:r>
              <a:rPr kumimoji="1" lang="zh-CN" altLang="en-US" sz="2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实验结果与分析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20918D2B-923B-FE2A-0B96-E89D9928480A}"/>
              </a:ext>
            </a:extLst>
          </p:cNvPr>
          <p:cNvSpPr txBox="1"/>
          <p:nvPr/>
        </p:nvSpPr>
        <p:spPr>
          <a:xfrm>
            <a:off x="0" y="419734"/>
            <a:ext cx="428561" cy="121453"/>
          </a:xfrm>
          <a:prstGeom prst="rect">
            <a:avLst/>
          </a:prstGeom>
          <a:solidFill>
            <a:schemeClr val="accent1"/>
          </a:solidFill>
          <a:ln w="25400" cap="sq">
            <a:solidFill>
              <a:schemeClr val="bg1"/>
            </a:solidFill>
            <a:miter/>
          </a:ln>
          <a:effectLst>
            <a:outerShdw blurRad="63500" algn="ctr" rotWithShape="0">
              <a:srgbClr val="000000">
                <a:alpha val="4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716D4D7C-4A2D-8679-28A3-BAFCC44EB28E}"/>
              </a:ext>
            </a:extLst>
          </p:cNvPr>
          <p:cNvSpPr txBox="1"/>
          <p:nvPr/>
        </p:nvSpPr>
        <p:spPr>
          <a:xfrm rot="5400000">
            <a:off x="-145315" y="292497"/>
            <a:ext cx="719190" cy="134200"/>
          </a:xfrm>
          <a:prstGeom prst="rect">
            <a:avLst/>
          </a:prstGeom>
          <a:solidFill>
            <a:schemeClr val="accent1"/>
          </a:solidFill>
          <a:ln w="25400" cap="sq">
            <a:solidFill>
              <a:schemeClr val="bg1"/>
            </a:solidFill>
            <a:miter/>
          </a:ln>
          <a:effectLst>
            <a:outerShdw blurRad="63500" algn="ctr" rotWithShape="0">
              <a:srgbClr val="000000">
                <a:alpha val="4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9D82FC05-26E8-D8B1-EB34-3AEFC667F9B0}"/>
              </a:ext>
            </a:extLst>
          </p:cNvPr>
          <p:cNvSpPr txBox="1"/>
          <p:nvPr/>
        </p:nvSpPr>
        <p:spPr>
          <a:xfrm>
            <a:off x="891414" y="937021"/>
            <a:ext cx="10377568" cy="4162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 cap="rnd">
            <a:noFill/>
            <a:round/>
          </a:ln>
          <a:effectLst>
            <a:outerShdw blurRad="76200" dist="50800" dir="5400000" algn="ctr" rotWithShape="0">
              <a:srgbClr val="CD9673">
                <a:alpha val="2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177B11E-E2FB-63CC-F8F2-13127F648720}"/>
              </a:ext>
            </a:extLst>
          </p:cNvPr>
          <p:cNvSpPr txBox="1"/>
          <p:nvPr/>
        </p:nvSpPr>
        <p:spPr>
          <a:xfrm>
            <a:off x="1383801" y="964916"/>
            <a:ext cx="9424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模型对比与性能评估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A631ADC-F7AB-FF6D-2AFA-6B34F62E9981}"/>
              </a:ext>
            </a:extLst>
          </p:cNvPr>
          <p:cNvSpPr txBox="1"/>
          <p:nvPr/>
        </p:nvSpPr>
        <p:spPr>
          <a:xfrm>
            <a:off x="891412" y="1396406"/>
            <a:ext cx="103775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我们在多个维度设置下训练了若干组模型，并以验证集准确率作为主要评估指标。</a:t>
            </a:r>
            <a:r>
              <a:rPr lang="zh-CN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实验中我们调节的关键参数包括：输入维度、隐藏层结构、是否启用</a:t>
            </a:r>
            <a:r>
              <a:rPr lang="en-US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Attention</a:t>
            </a:r>
            <a:r>
              <a:rPr lang="zh-CN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模块、云模型维度以及训练轮数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。下表总结了部分训练结果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20BD137-BE50-5129-9F44-9639B72C93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930003"/>
              </p:ext>
            </p:extLst>
          </p:nvPr>
        </p:nvGraphicFramePr>
        <p:xfrm>
          <a:off x="907216" y="2434566"/>
          <a:ext cx="10377568" cy="348641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928361">
                  <a:extLst>
                    <a:ext uri="{9D8B030D-6E8A-4147-A177-3AD203B41FA5}">
                      <a16:colId xmlns:a16="http://schemas.microsoft.com/office/drawing/2014/main" val="1190503769"/>
                    </a:ext>
                  </a:extLst>
                </a:gridCol>
                <a:gridCol w="2295525">
                  <a:extLst>
                    <a:ext uri="{9D8B030D-6E8A-4147-A177-3AD203B41FA5}">
                      <a16:colId xmlns:a16="http://schemas.microsoft.com/office/drawing/2014/main" val="552806592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3224417375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2445366895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526178859"/>
                    </a:ext>
                  </a:extLst>
                </a:gridCol>
                <a:gridCol w="934357">
                  <a:extLst>
                    <a:ext uri="{9D8B030D-6E8A-4147-A177-3AD203B41FA5}">
                      <a16:colId xmlns:a16="http://schemas.microsoft.com/office/drawing/2014/main" val="3623129371"/>
                    </a:ext>
                  </a:extLst>
                </a:gridCol>
              </a:tblGrid>
              <a:tr h="297346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文件名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网络结构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维度</a:t>
                      </a: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注意力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Epoch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准确率</a:t>
                      </a:r>
                    </a:p>
                  </a:txBody>
                  <a:tcPr marL="67906" marR="67906" marT="0" marB="0" anchor="ctr"/>
                </a:tc>
                <a:extLst>
                  <a:ext uri="{0D108BD9-81ED-4DB2-BD59-A6C34878D82A}">
                    <a16:rowId xmlns:a16="http://schemas.microsoft.com/office/drawing/2014/main" val="4163657156"/>
                  </a:ext>
                </a:extLst>
              </a:tr>
              <a:tr h="297346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b="0" kern="100">
                          <a:effectLst/>
                        </a:rPr>
                        <a:t>512_128_32_2_dim1_ep56_acc0.9218.ckpt</a:t>
                      </a:r>
                      <a:endParaRPr lang="zh-CN" sz="1400" b="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512</a:t>
                      </a:r>
                      <a:r>
                        <a:rPr lang="zh-CN" sz="1400" kern="100">
                          <a:effectLst/>
                        </a:rPr>
                        <a:t>→</a:t>
                      </a:r>
                      <a:r>
                        <a:rPr lang="en-US" sz="1400" kern="100">
                          <a:effectLst/>
                        </a:rPr>
                        <a:t>128</a:t>
                      </a:r>
                      <a:r>
                        <a:rPr lang="zh-CN" sz="1400" kern="100">
                          <a:effectLst/>
                        </a:rPr>
                        <a:t>→</a:t>
                      </a:r>
                      <a:r>
                        <a:rPr lang="en-US" sz="1400" kern="100">
                          <a:effectLst/>
                        </a:rPr>
                        <a:t>32</a:t>
                      </a:r>
                      <a:r>
                        <a:rPr lang="zh-CN" sz="1400" kern="100">
                          <a:effectLst/>
                        </a:rPr>
                        <a:t>→</a:t>
                      </a:r>
                      <a:r>
                        <a:rPr lang="en-US" sz="1400" kern="100">
                          <a:effectLst/>
                        </a:rPr>
                        <a:t>2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1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否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56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92.18%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extLst>
                  <a:ext uri="{0D108BD9-81ED-4DB2-BD59-A6C34878D82A}">
                    <a16:rowId xmlns:a16="http://schemas.microsoft.com/office/drawing/2014/main" val="1758901436"/>
                  </a:ext>
                </a:extLst>
              </a:tr>
              <a:tr h="297346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b="0" kern="100">
                          <a:effectLst/>
                        </a:rPr>
                        <a:t>1024_256_64_16_2_dim1_ep65_acc0.9226.ckpt</a:t>
                      </a:r>
                      <a:endParaRPr lang="zh-CN" sz="1400" b="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1024</a:t>
                      </a:r>
                      <a:r>
                        <a:rPr lang="zh-CN" sz="1400" kern="100">
                          <a:effectLst/>
                        </a:rPr>
                        <a:t>→</a:t>
                      </a:r>
                      <a:r>
                        <a:rPr lang="en-US" sz="1400" kern="100">
                          <a:effectLst/>
                        </a:rPr>
                        <a:t>256</a:t>
                      </a:r>
                      <a:r>
                        <a:rPr lang="zh-CN" sz="1400" kern="100">
                          <a:effectLst/>
                        </a:rPr>
                        <a:t>→</a:t>
                      </a:r>
                      <a:r>
                        <a:rPr lang="en-US" sz="1400" kern="100">
                          <a:effectLst/>
                        </a:rPr>
                        <a:t>64</a:t>
                      </a:r>
                      <a:r>
                        <a:rPr lang="zh-CN" sz="1400" kern="100">
                          <a:effectLst/>
                        </a:rPr>
                        <a:t>→</a:t>
                      </a:r>
                      <a:r>
                        <a:rPr lang="en-US" sz="1400" kern="100">
                          <a:effectLst/>
                        </a:rPr>
                        <a:t>16</a:t>
                      </a:r>
                      <a:r>
                        <a:rPr lang="zh-CN" sz="1400" kern="100">
                          <a:effectLst/>
                        </a:rPr>
                        <a:t>→</a:t>
                      </a:r>
                      <a:r>
                        <a:rPr lang="en-US" sz="1400" kern="100">
                          <a:effectLst/>
                        </a:rPr>
                        <a:t>2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1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否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65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92.26%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extLst>
                  <a:ext uri="{0D108BD9-81ED-4DB2-BD59-A6C34878D82A}">
                    <a16:rowId xmlns:a16="http://schemas.microsoft.com/office/drawing/2014/main" val="517623180"/>
                  </a:ext>
                </a:extLst>
              </a:tr>
              <a:tr h="297346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b="0" kern="100">
                          <a:effectLst/>
                        </a:rPr>
                        <a:t>1024_256_64_2_dim1_ep60_acc0.9222.ckpt</a:t>
                      </a:r>
                      <a:endParaRPr lang="zh-CN" sz="1400" b="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1024</a:t>
                      </a:r>
                      <a:r>
                        <a:rPr lang="zh-CN" sz="1400" kern="100">
                          <a:effectLst/>
                        </a:rPr>
                        <a:t>→</a:t>
                      </a:r>
                      <a:r>
                        <a:rPr lang="en-US" sz="1400" kern="100">
                          <a:effectLst/>
                        </a:rPr>
                        <a:t>256</a:t>
                      </a:r>
                      <a:r>
                        <a:rPr lang="zh-CN" sz="1400" kern="100">
                          <a:effectLst/>
                        </a:rPr>
                        <a:t>→</a:t>
                      </a:r>
                      <a:r>
                        <a:rPr lang="en-US" sz="1400" kern="100">
                          <a:effectLst/>
                        </a:rPr>
                        <a:t>64</a:t>
                      </a:r>
                      <a:r>
                        <a:rPr lang="zh-CN" sz="1400" kern="100">
                          <a:effectLst/>
                        </a:rPr>
                        <a:t>→</a:t>
                      </a:r>
                      <a:r>
                        <a:rPr lang="en-US" sz="1400" kern="100">
                          <a:effectLst/>
                        </a:rPr>
                        <a:t>2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1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否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60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92.22%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extLst>
                  <a:ext uri="{0D108BD9-81ED-4DB2-BD59-A6C34878D82A}">
                    <a16:rowId xmlns:a16="http://schemas.microsoft.com/office/drawing/2014/main" val="1406074395"/>
                  </a:ext>
                </a:extLst>
              </a:tr>
              <a:tr h="297346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b="0" kern="100">
                          <a:effectLst/>
                        </a:rPr>
                        <a:t>1024_512_128_32_2_dim1_ep54_acc0.9211.ckpt</a:t>
                      </a:r>
                      <a:endParaRPr lang="zh-CN" sz="1400" b="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1024</a:t>
                      </a:r>
                      <a:r>
                        <a:rPr lang="zh-CN" sz="1400" kern="100">
                          <a:effectLst/>
                        </a:rPr>
                        <a:t>→</a:t>
                      </a:r>
                      <a:r>
                        <a:rPr lang="en-US" sz="1400" kern="100">
                          <a:effectLst/>
                        </a:rPr>
                        <a:t>512</a:t>
                      </a:r>
                      <a:r>
                        <a:rPr lang="zh-CN" sz="1400" kern="100">
                          <a:effectLst/>
                        </a:rPr>
                        <a:t>→</a:t>
                      </a:r>
                      <a:r>
                        <a:rPr lang="en-US" sz="1400" kern="100">
                          <a:effectLst/>
                        </a:rPr>
                        <a:t>128</a:t>
                      </a:r>
                      <a:r>
                        <a:rPr lang="zh-CN" sz="1400" kern="100">
                          <a:effectLst/>
                        </a:rPr>
                        <a:t>→</a:t>
                      </a:r>
                      <a:r>
                        <a:rPr lang="en-US" sz="1400" kern="100">
                          <a:effectLst/>
                        </a:rPr>
                        <a:t>32</a:t>
                      </a:r>
                      <a:r>
                        <a:rPr lang="zh-CN" sz="1400" kern="100">
                          <a:effectLst/>
                        </a:rPr>
                        <a:t>→</a:t>
                      </a:r>
                      <a:r>
                        <a:rPr lang="en-US" sz="1400" kern="100">
                          <a:effectLst/>
                        </a:rPr>
                        <a:t>2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1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否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54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92.11%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extLst>
                  <a:ext uri="{0D108BD9-81ED-4DB2-BD59-A6C34878D82A}">
                    <a16:rowId xmlns:a16="http://schemas.microsoft.com/office/drawing/2014/main" val="1313884644"/>
                  </a:ext>
                </a:extLst>
              </a:tr>
              <a:tr h="297346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b="0" kern="100">
                          <a:effectLst/>
                        </a:rPr>
                        <a:t>2048_512_256_64_2_dim4_ep60_acc0.9304.ckpt</a:t>
                      </a:r>
                      <a:endParaRPr lang="zh-CN" sz="1400" b="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2048</a:t>
                      </a:r>
                      <a:r>
                        <a:rPr lang="zh-CN" sz="1400" kern="100">
                          <a:effectLst/>
                        </a:rPr>
                        <a:t>→</a:t>
                      </a:r>
                      <a:r>
                        <a:rPr lang="en-US" sz="1400" kern="100">
                          <a:effectLst/>
                        </a:rPr>
                        <a:t>512</a:t>
                      </a:r>
                      <a:r>
                        <a:rPr lang="zh-CN" sz="1400" kern="100">
                          <a:effectLst/>
                        </a:rPr>
                        <a:t>→</a:t>
                      </a:r>
                      <a:r>
                        <a:rPr lang="en-US" sz="1400" kern="100">
                          <a:effectLst/>
                        </a:rPr>
                        <a:t>256</a:t>
                      </a:r>
                      <a:r>
                        <a:rPr lang="zh-CN" sz="1400" kern="100">
                          <a:effectLst/>
                        </a:rPr>
                        <a:t>→</a:t>
                      </a:r>
                      <a:r>
                        <a:rPr lang="en-US" sz="1400" kern="100">
                          <a:effectLst/>
                        </a:rPr>
                        <a:t>64</a:t>
                      </a:r>
                      <a:r>
                        <a:rPr lang="zh-CN" sz="1400" kern="100">
                          <a:effectLst/>
                        </a:rPr>
                        <a:t>→</a:t>
                      </a:r>
                      <a:r>
                        <a:rPr lang="en-US" sz="1400" kern="100">
                          <a:effectLst/>
                        </a:rPr>
                        <a:t>2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4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否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60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93.04%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extLst>
                  <a:ext uri="{0D108BD9-81ED-4DB2-BD59-A6C34878D82A}">
                    <a16:rowId xmlns:a16="http://schemas.microsoft.com/office/drawing/2014/main" val="2480613414"/>
                  </a:ext>
                </a:extLst>
              </a:tr>
              <a:tr h="297346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b="0" kern="100">
                          <a:effectLst/>
                        </a:rPr>
                        <a:t>8192_256_64_2_dim8_ep47_acc0.9351.ckpt</a:t>
                      </a:r>
                      <a:endParaRPr lang="zh-CN" sz="1400" b="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8192</a:t>
                      </a:r>
                      <a:r>
                        <a:rPr lang="zh-CN" sz="1400" kern="100">
                          <a:effectLst/>
                        </a:rPr>
                        <a:t>→</a:t>
                      </a:r>
                      <a:r>
                        <a:rPr lang="en-US" sz="1400" kern="100">
                          <a:effectLst/>
                        </a:rPr>
                        <a:t>256</a:t>
                      </a:r>
                      <a:r>
                        <a:rPr lang="zh-CN" sz="1400" kern="100">
                          <a:effectLst/>
                        </a:rPr>
                        <a:t>→</a:t>
                      </a:r>
                      <a:r>
                        <a:rPr lang="en-US" sz="1400" kern="100">
                          <a:effectLst/>
                        </a:rPr>
                        <a:t>64</a:t>
                      </a:r>
                      <a:r>
                        <a:rPr lang="zh-CN" sz="1400" kern="100">
                          <a:effectLst/>
                        </a:rPr>
                        <a:t>→</a:t>
                      </a:r>
                      <a:r>
                        <a:rPr lang="en-US" sz="1400" kern="100">
                          <a:effectLst/>
                        </a:rPr>
                        <a:t>2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8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否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47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93.51%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extLst>
                  <a:ext uri="{0D108BD9-81ED-4DB2-BD59-A6C34878D82A}">
                    <a16:rowId xmlns:a16="http://schemas.microsoft.com/office/drawing/2014/main" val="682377828"/>
                  </a:ext>
                </a:extLst>
              </a:tr>
              <a:tr h="297346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b="0" kern="100">
                          <a:effectLst/>
                        </a:rPr>
                        <a:t>8192_256_64_2_dim8_ep73_acc0.9363.ckpt</a:t>
                      </a:r>
                      <a:endParaRPr lang="zh-CN" sz="1400" b="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8192</a:t>
                      </a:r>
                      <a:r>
                        <a:rPr lang="zh-CN" sz="1400" kern="100">
                          <a:effectLst/>
                        </a:rPr>
                        <a:t>→</a:t>
                      </a:r>
                      <a:r>
                        <a:rPr lang="en-US" sz="1400" kern="100">
                          <a:effectLst/>
                        </a:rPr>
                        <a:t>256</a:t>
                      </a:r>
                      <a:r>
                        <a:rPr lang="zh-CN" sz="1400" kern="100">
                          <a:effectLst/>
                        </a:rPr>
                        <a:t>→</a:t>
                      </a:r>
                      <a:r>
                        <a:rPr lang="en-US" sz="1400" kern="100">
                          <a:effectLst/>
                        </a:rPr>
                        <a:t>64</a:t>
                      </a:r>
                      <a:r>
                        <a:rPr lang="zh-CN" sz="1400" kern="100">
                          <a:effectLst/>
                        </a:rPr>
                        <a:t>→</a:t>
                      </a:r>
                      <a:r>
                        <a:rPr lang="en-US" sz="1400" kern="100">
                          <a:effectLst/>
                        </a:rPr>
                        <a:t>2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8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否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73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93.63%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extLst>
                  <a:ext uri="{0D108BD9-81ED-4DB2-BD59-A6C34878D82A}">
                    <a16:rowId xmlns:a16="http://schemas.microsoft.com/office/drawing/2014/main" val="3193459854"/>
                  </a:ext>
                </a:extLst>
              </a:tr>
              <a:tr h="297346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b="0" kern="100">
                          <a:effectLst/>
                        </a:rPr>
                        <a:t>8192_256_64_2_dim16_ep62_acc0.9374.ckpt</a:t>
                      </a:r>
                      <a:endParaRPr lang="zh-CN" sz="1400" b="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8192</a:t>
                      </a:r>
                      <a:r>
                        <a:rPr lang="zh-CN" sz="1400" kern="100">
                          <a:effectLst/>
                        </a:rPr>
                        <a:t>→</a:t>
                      </a:r>
                      <a:r>
                        <a:rPr lang="en-US" sz="1400" kern="100">
                          <a:effectLst/>
                        </a:rPr>
                        <a:t>256</a:t>
                      </a:r>
                      <a:r>
                        <a:rPr lang="zh-CN" sz="1400" kern="100">
                          <a:effectLst/>
                        </a:rPr>
                        <a:t>→</a:t>
                      </a:r>
                      <a:r>
                        <a:rPr lang="en-US" sz="1400" kern="100">
                          <a:effectLst/>
                        </a:rPr>
                        <a:t>64</a:t>
                      </a:r>
                      <a:r>
                        <a:rPr lang="zh-CN" sz="1400" kern="100">
                          <a:effectLst/>
                        </a:rPr>
                        <a:t>→</a:t>
                      </a:r>
                      <a:r>
                        <a:rPr lang="en-US" sz="1400" kern="100">
                          <a:effectLst/>
                        </a:rPr>
                        <a:t>2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16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否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62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93.74%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extLst>
                  <a:ext uri="{0D108BD9-81ED-4DB2-BD59-A6C34878D82A}">
                    <a16:rowId xmlns:a16="http://schemas.microsoft.com/office/drawing/2014/main" val="202537282"/>
                  </a:ext>
                </a:extLst>
              </a:tr>
              <a:tr h="297346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b="0" kern="100">
                          <a:effectLst/>
                        </a:rPr>
                        <a:t>8192_256_64_2_dim16_with_attention_ep57_acc0.9376.ckpt</a:t>
                      </a:r>
                      <a:endParaRPr lang="zh-CN" sz="1400" b="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8192</a:t>
                      </a:r>
                      <a:r>
                        <a:rPr lang="zh-CN" sz="1400" kern="100">
                          <a:effectLst/>
                        </a:rPr>
                        <a:t>→</a:t>
                      </a:r>
                      <a:r>
                        <a:rPr lang="en-US" sz="1400" kern="100">
                          <a:effectLst/>
                        </a:rPr>
                        <a:t>256</a:t>
                      </a:r>
                      <a:r>
                        <a:rPr lang="zh-CN" sz="1400" kern="100">
                          <a:effectLst/>
                        </a:rPr>
                        <a:t>→</a:t>
                      </a:r>
                      <a:r>
                        <a:rPr lang="en-US" sz="1400" kern="100">
                          <a:effectLst/>
                        </a:rPr>
                        <a:t>64</a:t>
                      </a:r>
                      <a:r>
                        <a:rPr lang="zh-CN" sz="1400" kern="100">
                          <a:effectLst/>
                        </a:rPr>
                        <a:t>→</a:t>
                      </a:r>
                      <a:r>
                        <a:rPr lang="en-US" sz="1400" kern="100">
                          <a:effectLst/>
                        </a:rPr>
                        <a:t>2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16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400" kern="100">
                          <a:effectLst/>
                        </a:rPr>
                        <a:t>是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57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kern="100">
                          <a:effectLst/>
                        </a:rPr>
                        <a:t>93.76%</a:t>
                      </a:r>
                      <a:endParaRPr lang="zh-CN" sz="1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extLst>
                  <a:ext uri="{0D108BD9-81ED-4DB2-BD59-A6C34878D82A}">
                    <a16:rowId xmlns:a16="http://schemas.microsoft.com/office/drawing/2014/main" val="660753006"/>
                  </a:ext>
                </a:extLst>
              </a:tr>
              <a:tr h="45332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100">
                          <a:effectLst/>
                        </a:rPr>
                        <a:t>8192_512_256_64_2_dim16_with_attention_ep29_acc0.9380.ckpt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100">
                          <a:effectLst/>
                        </a:rPr>
                        <a:t>8192</a:t>
                      </a:r>
                      <a:r>
                        <a:rPr lang="zh-CN" sz="1400" b="1" kern="100">
                          <a:effectLst/>
                        </a:rPr>
                        <a:t>→</a:t>
                      </a:r>
                      <a:r>
                        <a:rPr lang="en-US" sz="1400" b="1" kern="100">
                          <a:effectLst/>
                        </a:rPr>
                        <a:t>512</a:t>
                      </a:r>
                      <a:r>
                        <a:rPr lang="zh-CN" sz="1400" b="1" kern="100">
                          <a:effectLst/>
                        </a:rPr>
                        <a:t>→</a:t>
                      </a:r>
                      <a:r>
                        <a:rPr lang="en-US" sz="1400" b="1" kern="100">
                          <a:effectLst/>
                        </a:rPr>
                        <a:t>256</a:t>
                      </a:r>
                      <a:r>
                        <a:rPr lang="zh-CN" sz="1400" b="1" kern="100">
                          <a:effectLst/>
                        </a:rPr>
                        <a:t>→</a:t>
                      </a:r>
                      <a:r>
                        <a:rPr lang="en-US" sz="1400" b="1" kern="100">
                          <a:effectLst/>
                        </a:rPr>
                        <a:t>64</a:t>
                      </a:r>
                      <a:r>
                        <a:rPr lang="zh-CN" sz="1400" b="1" kern="100">
                          <a:effectLst/>
                        </a:rPr>
                        <a:t>→</a:t>
                      </a:r>
                      <a:r>
                        <a:rPr lang="en-US" sz="1400" b="1" kern="100">
                          <a:effectLst/>
                        </a:rPr>
                        <a:t>2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100">
                          <a:effectLst/>
                        </a:rPr>
                        <a:t>16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400" b="1" kern="100">
                          <a:effectLst/>
                        </a:rPr>
                        <a:t>是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100">
                          <a:effectLst/>
                        </a:rPr>
                        <a:t>29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400" b="1" kern="100">
                          <a:effectLst/>
                        </a:rPr>
                        <a:t>93.80%</a:t>
                      </a:r>
                      <a:endParaRPr lang="zh-CN" sz="1400" b="1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7906" marR="67906" marT="0" marB="0" anchor="ctr"/>
                </a:tc>
                <a:extLst>
                  <a:ext uri="{0D108BD9-81ED-4DB2-BD59-A6C34878D82A}">
                    <a16:rowId xmlns:a16="http://schemas.microsoft.com/office/drawing/2014/main" val="1491968426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44C3573E-9B81-7B96-2C57-24174B3C7966}"/>
              </a:ext>
            </a:extLst>
          </p:cNvPr>
          <p:cNvSpPr txBox="1"/>
          <p:nvPr/>
        </p:nvSpPr>
        <p:spPr>
          <a:xfrm>
            <a:off x="891411" y="5920979"/>
            <a:ext cx="10377567" cy="30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zh-CN" sz="1200"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注：</a:t>
            </a:r>
            <a:r>
              <a:rPr lang="en-US" altLang="zh-CN" sz="1200"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bert</a:t>
            </a:r>
            <a:r>
              <a:rPr lang="zh-CN" altLang="zh-CN" sz="1200"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特征由</a:t>
            </a:r>
            <a:r>
              <a:rPr lang="en-US" altLang="zh-CN" sz="1200"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bert</a:t>
            </a:r>
            <a:r>
              <a:rPr lang="zh-CN" altLang="zh-CN" sz="1200"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模型本身决定，此处固定为</a:t>
            </a:r>
            <a:r>
              <a:rPr lang="en-US" altLang="zh-CN" sz="1200"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1024</a:t>
            </a:r>
            <a:r>
              <a:rPr lang="zh-CN" altLang="zh-CN" sz="1200"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，表中的</a:t>
            </a:r>
            <a:r>
              <a:rPr lang="en-US" altLang="zh-CN" sz="1200"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Epoch</a:t>
            </a:r>
            <a:r>
              <a:rPr lang="zh-CN" altLang="zh-CN" sz="1200"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表示在设置</a:t>
            </a:r>
            <a:r>
              <a:rPr lang="en-US" altLang="zh-CN" sz="1200"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patience=20</a:t>
            </a:r>
            <a:r>
              <a:rPr lang="zh-CN" altLang="zh-CN" sz="1200"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的条件下，自动停止训练时</a:t>
            </a:r>
            <a:r>
              <a:rPr lang="en-US" altLang="zh-CN" sz="1200"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ACC</a:t>
            </a:r>
            <a:r>
              <a:rPr lang="zh-CN" altLang="zh-CN" sz="1200"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值最高的模型</a:t>
            </a:r>
            <a:r>
              <a:rPr lang="en-US" altLang="zh-CN" sz="1200"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Epoch</a:t>
            </a:r>
            <a:r>
              <a:rPr lang="zh-CN" altLang="zh-CN" sz="1200"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数。</a:t>
            </a:r>
          </a:p>
        </p:txBody>
      </p:sp>
    </p:spTree>
    <p:extLst>
      <p:ext uri="{BB962C8B-B14F-4D97-AF65-F5344CB8AC3E}">
        <p14:creationId xmlns:p14="http://schemas.microsoft.com/office/powerpoint/2010/main" val="27135209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FF1FA-31A4-7950-0C08-F73D0FB45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282C48-9414-6299-A0D6-6A3AF93BFD58}"/>
              </a:ext>
            </a:extLst>
          </p:cNvPr>
          <p:cNvSpPr txBox="1"/>
          <p:nvPr/>
        </p:nvSpPr>
        <p:spPr>
          <a:xfrm>
            <a:off x="-18288" y="0"/>
            <a:ext cx="12228576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99000">
                <a:schemeClr val="accent1">
                  <a:lumMod val="20000"/>
                  <a:lumOff val="80000"/>
                </a:schemeClr>
              </a:gs>
            </a:gsLst>
            <a:lin ang="6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D2AE08C3-A849-8C02-9F38-94A9B44FE89A}"/>
              </a:ext>
            </a:extLst>
          </p:cNvPr>
          <p:cNvSpPr txBox="1"/>
          <p:nvPr/>
        </p:nvSpPr>
        <p:spPr>
          <a:xfrm>
            <a:off x="0" y="419734"/>
            <a:ext cx="428561" cy="121453"/>
          </a:xfrm>
          <a:prstGeom prst="rect">
            <a:avLst/>
          </a:prstGeom>
          <a:solidFill>
            <a:schemeClr val="accent1"/>
          </a:solidFill>
          <a:ln w="25400" cap="sq">
            <a:solidFill>
              <a:schemeClr val="bg1"/>
            </a:solidFill>
            <a:miter/>
          </a:ln>
          <a:effectLst>
            <a:outerShdw blurRad="63500" algn="ctr" rotWithShape="0">
              <a:srgbClr val="000000">
                <a:alpha val="4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F1891336-3583-D24B-624E-CF43B5673DE3}"/>
              </a:ext>
            </a:extLst>
          </p:cNvPr>
          <p:cNvSpPr txBox="1"/>
          <p:nvPr/>
        </p:nvSpPr>
        <p:spPr>
          <a:xfrm rot="5400000">
            <a:off x="-145315" y="292497"/>
            <a:ext cx="719190" cy="134200"/>
          </a:xfrm>
          <a:prstGeom prst="rect">
            <a:avLst/>
          </a:prstGeom>
          <a:solidFill>
            <a:schemeClr val="accent1"/>
          </a:solidFill>
          <a:ln w="25400" cap="sq">
            <a:solidFill>
              <a:schemeClr val="bg1"/>
            </a:solidFill>
            <a:miter/>
          </a:ln>
          <a:effectLst>
            <a:outerShdw blurRad="63500" algn="ctr" rotWithShape="0">
              <a:srgbClr val="000000">
                <a:alpha val="4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7930563D-A8FD-2CCE-2D58-1E5E92BCAE62}"/>
              </a:ext>
            </a:extLst>
          </p:cNvPr>
          <p:cNvSpPr txBox="1"/>
          <p:nvPr/>
        </p:nvSpPr>
        <p:spPr>
          <a:xfrm>
            <a:off x="891414" y="937021"/>
            <a:ext cx="10377568" cy="4162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 cap="rnd">
            <a:noFill/>
            <a:round/>
          </a:ln>
          <a:effectLst>
            <a:outerShdw blurRad="76200" dist="50800" dir="5400000" algn="ctr" rotWithShape="0">
              <a:srgbClr val="CD9673">
                <a:alpha val="2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77FB0C4-F0FE-A4F2-F0E3-094D3880C565}"/>
              </a:ext>
            </a:extLst>
          </p:cNvPr>
          <p:cNvSpPr txBox="1"/>
          <p:nvPr/>
        </p:nvSpPr>
        <p:spPr>
          <a:xfrm>
            <a:off x="1383801" y="964916"/>
            <a:ext cx="9424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输入维度规模对模型性能的影响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8B679CF-C27E-518B-065C-84801933EF52}"/>
              </a:ext>
            </a:extLst>
          </p:cNvPr>
          <p:cNvSpPr txBox="1"/>
          <p:nvPr/>
        </p:nvSpPr>
        <p:spPr>
          <a:xfrm>
            <a:off x="891412" y="1396406"/>
            <a:ext cx="1037756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输入维度规模对模型性能的影响（</a:t>
            </a:r>
            <a:r>
              <a:rPr lang="zh-CN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固定</a:t>
            </a:r>
            <a:r>
              <a:rPr lang="en-US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dim</a:t>
            </a:r>
            <a:r>
              <a:rPr lang="zh-CN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，不使用</a:t>
            </a:r>
            <a:r>
              <a:rPr lang="en-US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Attention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）。我们首先选取不启用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Attention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，且维度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dim=1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的模型，比较不同输入结构下的准确率：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CB6648C5-B7D2-DCDD-4C25-AB43E479540F}"/>
              </a:ext>
            </a:extLst>
          </p:cNvPr>
          <p:cNvSpPr txBox="1"/>
          <p:nvPr/>
        </p:nvSpPr>
        <p:spPr>
          <a:xfrm>
            <a:off x="579455" y="238458"/>
            <a:ext cx="10377569" cy="53641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lvl="0">
              <a:lnSpc>
                <a:spcPct val="130000"/>
              </a:lnSpc>
              <a:defRPr/>
            </a:pPr>
            <a:r>
              <a:rPr kumimoji="1" lang="zh-CN" altLang="en-US" sz="2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实验结果与分析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99BF1790-B46A-CA32-38B9-4A19FAD509C4}"/>
              </a:ext>
            </a:extLst>
          </p:cNvPr>
          <p:cNvSpPr txBox="1"/>
          <p:nvPr/>
        </p:nvSpPr>
        <p:spPr>
          <a:xfrm>
            <a:off x="891414" y="6001930"/>
            <a:ext cx="10377568" cy="940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 cap="rnd">
            <a:noFill/>
            <a:round/>
          </a:ln>
          <a:effectLst>
            <a:outerShdw blurRad="76200" dist="50800" dir="5400000" algn="ctr" rotWithShape="0">
              <a:srgbClr val="CD9673">
                <a:alpha val="2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F94C694-149F-01D6-E2A6-9469FE2FBB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06615"/>
              </p:ext>
            </p:extLst>
          </p:nvPr>
        </p:nvGraphicFramePr>
        <p:xfrm>
          <a:off x="891412" y="2191845"/>
          <a:ext cx="5397500" cy="25926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99538">
                  <a:extLst>
                    <a:ext uri="{9D8B030D-6E8A-4147-A177-3AD203B41FA5}">
                      <a16:colId xmlns:a16="http://schemas.microsoft.com/office/drawing/2014/main" val="3114826771"/>
                    </a:ext>
                  </a:extLst>
                </a:gridCol>
                <a:gridCol w="968247">
                  <a:extLst>
                    <a:ext uri="{9D8B030D-6E8A-4147-A177-3AD203B41FA5}">
                      <a16:colId xmlns:a16="http://schemas.microsoft.com/office/drawing/2014/main" val="4086761009"/>
                    </a:ext>
                  </a:extLst>
                </a:gridCol>
                <a:gridCol w="1529715">
                  <a:extLst>
                    <a:ext uri="{9D8B030D-6E8A-4147-A177-3AD203B41FA5}">
                      <a16:colId xmlns:a16="http://schemas.microsoft.com/office/drawing/2014/main" val="3505654880"/>
                    </a:ext>
                  </a:extLst>
                </a:gridCol>
              </a:tblGrid>
              <a:tr h="357267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模型结构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输入维度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准确率（</a:t>
                      </a: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ACC</a:t>
                      </a: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83357843"/>
                  </a:ext>
                </a:extLst>
              </a:tr>
              <a:tr h="357267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600" b="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512 → 128 → 32 → 2</a:t>
                      </a:r>
                      <a:endParaRPr lang="zh-CN" sz="16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600" b="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512</a:t>
                      </a:r>
                      <a:endParaRPr lang="zh-CN" sz="16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600" b="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92.18%</a:t>
                      </a:r>
                      <a:endParaRPr lang="zh-CN" sz="16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74620973"/>
                  </a:ext>
                </a:extLst>
              </a:tr>
              <a:tr h="357267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600" b="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1024 → 256 → 64 → 2</a:t>
                      </a:r>
                      <a:endParaRPr lang="zh-CN" sz="16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600" b="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1024</a:t>
                      </a:r>
                      <a:endParaRPr lang="zh-CN" sz="16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600" b="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92.22%</a:t>
                      </a:r>
                      <a:endParaRPr lang="zh-CN" sz="16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91873152"/>
                  </a:ext>
                </a:extLst>
              </a:tr>
              <a:tr h="357267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600" b="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1024 → 256 → 64 → 16 →2</a:t>
                      </a:r>
                      <a:endParaRPr lang="zh-CN" sz="16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600" b="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1024</a:t>
                      </a:r>
                      <a:endParaRPr lang="zh-CN" sz="16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600" b="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92.26%</a:t>
                      </a:r>
                      <a:endParaRPr lang="zh-CN" sz="16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72451850"/>
                  </a:ext>
                </a:extLst>
              </a:tr>
              <a:tr h="357267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600" b="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1024 → 512 → 128 → 32 → 2</a:t>
                      </a:r>
                      <a:endParaRPr lang="zh-CN" sz="16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600" b="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1024</a:t>
                      </a:r>
                      <a:endParaRPr lang="zh-CN" sz="16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600" b="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92.11%</a:t>
                      </a:r>
                      <a:endParaRPr lang="zh-CN" sz="16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5230927"/>
                  </a:ext>
                </a:extLst>
              </a:tr>
              <a:tr h="357267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2048 → 512 → 256 → 64 → 2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2048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93.04%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67546724"/>
                  </a:ext>
                </a:extLst>
              </a:tr>
            </a:tbl>
          </a:graphicData>
        </a:graphic>
      </p:graphicFrame>
      <p:pic>
        <p:nvPicPr>
          <p:cNvPr id="12" name="图片 11" descr="图表&#10;&#10;AI 生成的内容可能不正确。">
            <a:extLst>
              <a:ext uri="{FF2B5EF4-FFF2-40B4-BE49-F238E27FC236}">
                <a16:creationId xmlns:a16="http://schemas.microsoft.com/office/drawing/2014/main" id="{1BBA2E2F-D3F3-ACDA-2F8C-328A1BBA0C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8912" y="2191845"/>
            <a:ext cx="4980067" cy="3319849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017079E7-33AE-F73C-7869-8446F16FDA4F}"/>
              </a:ext>
            </a:extLst>
          </p:cNvPr>
          <p:cNvSpPr txBox="1"/>
          <p:nvPr/>
        </p:nvSpPr>
        <p:spPr>
          <a:xfrm>
            <a:off x="891410" y="4740563"/>
            <a:ext cx="5397501" cy="1176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>
              <a:lnSpc>
                <a:spcPct val="125000"/>
              </a:lnSpc>
            </a:pPr>
            <a:r>
              <a:rPr lang="zh-CN" altLang="zh-CN" sz="2000" b="1" kern="1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输入维度越大</a:t>
            </a:r>
            <a:r>
              <a:rPr lang="zh-CN" altLang="zh-CN" sz="1800"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（即云滴数量越多），模型能捕捉的信息量越丰富，</a:t>
            </a:r>
            <a:r>
              <a:rPr lang="zh-CN" altLang="zh-CN" sz="2000" b="1" kern="10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训练效果更佳</a:t>
            </a:r>
            <a:r>
              <a:rPr lang="zh-CN" altLang="zh-CN" sz="1800" kern="10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。说明较大的特征展开维度更有利于情感语义的表达和区分。</a:t>
            </a:r>
          </a:p>
        </p:txBody>
      </p:sp>
    </p:spTree>
    <p:extLst>
      <p:ext uri="{BB962C8B-B14F-4D97-AF65-F5344CB8AC3E}">
        <p14:creationId xmlns:p14="http://schemas.microsoft.com/office/powerpoint/2010/main" val="33786372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D255E-5EF8-B0AF-0001-B2E292A3E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EC460F-5EE4-991F-8CFB-6568E175F44C}"/>
              </a:ext>
            </a:extLst>
          </p:cNvPr>
          <p:cNvSpPr txBox="1"/>
          <p:nvPr/>
        </p:nvSpPr>
        <p:spPr>
          <a:xfrm>
            <a:off x="-18288" y="0"/>
            <a:ext cx="12228576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99000">
                <a:schemeClr val="accent1">
                  <a:lumMod val="20000"/>
                  <a:lumOff val="80000"/>
                </a:schemeClr>
              </a:gs>
            </a:gsLst>
            <a:lin ang="6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362E191E-6A42-CF18-AA43-79E3F896CA65}"/>
              </a:ext>
            </a:extLst>
          </p:cNvPr>
          <p:cNvSpPr txBox="1"/>
          <p:nvPr/>
        </p:nvSpPr>
        <p:spPr>
          <a:xfrm>
            <a:off x="0" y="419734"/>
            <a:ext cx="428561" cy="121453"/>
          </a:xfrm>
          <a:prstGeom prst="rect">
            <a:avLst/>
          </a:prstGeom>
          <a:solidFill>
            <a:schemeClr val="accent1"/>
          </a:solidFill>
          <a:ln w="25400" cap="sq">
            <a:solidFill>
              <a:schemeClr val="bg1"/>
            </a:solidFill>
            <a:miter/>
          </a:ln>
          <a:effectLst>
            <a:outerShdw blurRad="63500" algn="ctr" rotWithShape="0">
              <a:srgbClr val="000000">
                <a:alpha val="4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FF548B13-BA65-65EF-145A-825CAA3CF0B9}"/>
              </a:ext>
            </a:extLst>
          </p:cNvPr>
          <p:cNvSpPr txBox="1"/>
          <p:nvPr/>
        </p:nvSpPr>
        <p:spPr>
          <a:xfrm rot="5400000">
            <a:off x="-145315" y="292497"/>
            <a:ext cx="719190" cy="134200"/>
          </a:xfrm>
          <a:prstGeom prst="rect">
            <a:avLst/>
          </a:prstGeom>
          <a:solidFill>
            <a:schemeClr val="accent1"/>
          </a:solidFill>
          <a:ln w="25400" cap="sq">
            <a:solidFill>
              <a:schemeClr val="bg1"/>
            </a:solidFill>
            <a:miter/>
          </a:ln>
          <a:effectLst>
            <a:outerShdw blurRad="63500" algn="ctr" rotWithShape="0">
              <a:srgbClr val="000000">
                <a:alpha val="4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8DF79832-AFF8-268B-E265-C78F0F0FB8DB}"/>
              </a:ext>
            </a:extLst>
          </p:cNvPr>
          <p:cNvSpPr txBox="1"/>
          <p:nvPr/>
        </p:nvSpPr>
        <p:spPr>
          <a:xfrm>
            <a:off x="891414" y="937021"/>
            <a:ext cx="10377568" cy="4162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 cap="rnd">
            <a:noFill/>
            <a:round/>
          </a:ln>
          <a:effectLst>
            <a:outerShdw blurRad="76200" dist="50800" dir="5400000" algn="ctr" rotWithShape="0">
              <a:srgbClr val="CD9673">
                <a:alpha val="2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03E3C5C-2C8F-58E7-3B7E-E28AA1FF8A01}"/>
              </a:ext>
            </a:extLst>
          </p:cNvPr>
          <p:cNvSpPr txBox="1"/>
          <p:nvPr/>
        </p:nvSpPr>
        <p:spPr>
          <a:xfrm>
            <a:off x="1383801" y="964916"/>
            <a:ext cx="9424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云模型</a:t>
            </a:r>
            <a:r>
              <a:rPr lang="zh-CN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维度对模型性能的影响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87C2EC3-D546-D1E0-9B21-FA5ED7A5DB03}"/>
              </a:ext>
            </a:extLst>
          </p:cNvPr>
          <p:cNvSpPr txBox="1"/>
          <p:nvPr/>
        </p:nvSpPr>
        <p:spPr>
          <a:xfrm>
            <a:off x="891412" y="1396406"/>
            <a:ext cx="10377567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云模型维度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dim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的影响（</a:t>
            </a:r>
            <a:r>
              <a:rPr lang="zh-CN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固定输入维度为</a:t>
            </a:r>
            <a:r>
              <a:rPr lang="en-US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8192</a:t>
            </a:r>
            <a:r>
              <a:rPr lang="zh-CN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，不使用</a:t>
            </a:r>
            <a:r>
              <a:rPr lang="en-US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Attention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）。在固定输入结构为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8192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的基础上，调整云维度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dim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，观察准确率的变化：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6D809890-CA9A-B9D0-9605-402F3CB328C2}"/>
              </a:ext>
            </a:extLst>
          </p:cNvPr>
          <p:cNvSpPr txBox="1"/>
          <p:nvPr/>
        </p:nvSpPr>
        <p:spPr>
          <a:xfrm>
            <a:off x="579455" y="238458"/>
            <a:ext cx="10377569" cy="53641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lvl="0">
              <a:lnSpc>
                <a:spcPct val="130000"/>
              </a:lnSpc>
              <a:defRPr/>
            </a:pPr>
            <a:r>
              <a:rPr kumimoji="1" lang="zh-CN" altLang="en-US" sz="2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实验结果与分析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1C017641-28AE-C636-F74C-182126211EF1}"/>
              </a:ext>
            </a:extLst>
          </p:cNvPr>
          <p:cNvSpPr txBox="1"/>
          <p:nvPr/>
        </p:nvSpPr>
        <p:spPr>
          <a:xfrm>
            <a:off x="891414" y="6001930"/>
            <a:ext cx="10377568" cy="940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 cap="rnd">
            <a:noFill/>
            <a:round/>
          </a:ln>
          <a:effectLst>
            <a:outerShdw blurRad="76200" dist="50800" dir="5400000" algn="ctr" rotWithShape="0">
              <a:srgbClr val="CD9673">
                <a:alpha val="2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4288E69-776D-5EDA-D78C-F6B9F20754A5}"/>
              </a:ext>
            </a:extLst>
          </p:cNvPr>
          <p:cNvSpPr txBox="1"/>
          <p:nvPr/>
        </p:nvSpPr>
        <p:spPr>
          <a:xfrm>
            <a:off x="891410" y="4539163"/>
            <a:ext cx="5397501" cy="1172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>
              <a:lnSpc>
                <a:spcPct val="125000"/>
              </a:lnSpc>
            </a:pP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随着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cloud_dim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增加到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，准确率有所提升，说明</a:t>
            </a:r>
            <a:r>
              <a:rPr lang="zh-CN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更高维度的云滴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表达了更复杂的语义不确定性与模糊性，</a:t>
            </a:r>
            <a:r>
              <a:rPr lang="zh-CN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有助于模型增强判别能力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kern="10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DAF7A643-5626-AEDC-FA4B-E5C5411921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8911" y="2191845"/>
            <a:ext cx="4980068" cy="349026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553E39E-9242-9CC6-DF4D-BEC78712F2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9197952"/>
              </p:ext>
            </p:extLst>
          </p:nvPr>
        </p:nvGraphicFramePr>
        <p:xfrm>
          <a:off x="891410" y="2191844"/>
          <a:ext cx="5397500" cy="22379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47140">
                  <a:extLst>
                    <a:ext uri="{9D8B030D-6E8A-4147-A177-3AD203B41FA5}">
                      <a16:colId xmlns:a16="http://schemas.microsoft.com/office/drawing/2014/main" val="181101165"/>
                    </a:ext>
                  </a:extLst>
                </a:gridCol>
                <a:gridCol w="1120645">
                  <a:extLst>
                    <a:ext uri="{9D8B030D-6E8A-4147-A177-3AD203B41FA5}">
                      <a16:colId xmlns:a16="http://schemas.microsoft.com/office/drawing/2014/main" val="1986700079"/>
                    </a:ext>
                  </a:extLst>
                </a:gridCol>
                <a:gridCol w="1529715">
                  <a:extLst>
                    <a:ext uri="{9D8B030D-6E8A-4147-A177-3AD203B41FA5}">
                      <a16:colId xmlns:a16="http://schemas.microsoft.com/office/drawing/2014/main" val="2818091388"/>
                    </a:ext>
                  </a:extLst>
                </a:gridCol>
              </a:tblGrid>
              <a:tr h="492574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模型结构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模型维度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准确率（</a:t>
                      </a: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ACC</a:t>
                      </a: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77159711"/>
                  </a:ext>
                </a:extLst>
              </a:tr>
              <a:tr h="492574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600" b="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8192 → 256 → 64 → 16 → 2</a:t>
                      </a:r>
                      <a:endParaRPr lang="zh-CN" sz="16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600" b="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zh-CN" sz="16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600" b="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93.51%</a:t>
                      </a:r>
                      <a:endParaRPr lang="zh-CN" sz="16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0766578"/>
                  </a:ext>
                </a:extLst>
              </a:tr>
              <a:tr h="492574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600" b="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8192 → 512 → 256 → 64 → 2</a:t>
                      </a:r>
                      <a:endParaRPr lang="zh-CN" sz="16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600" b="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zh-CN" sz="16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600" b="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93.63%</a:t>
                      </a:r>
                      <a:endParaRPr lang="zh-CN" sz="1600" b="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27590187"/>
                  </a:ext>
                </a:extLst>
              </a:tr>
              <a:tr h="492574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8192 → 512 → 256 → 64 → 2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93.74%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87414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96563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C9C27-0756-B5B2-C99D-B1C8763D9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EA4BBB-EFA8-2E53-BB30-FCAEA7E82CF3}"/>
              </a:ext>
            </a:extLst>
          </p:cNvPr>
          <p:cNvSpPr txBox="1"/>
          <p:nvPr/>
        </p:nvSpPr>
        <p:spPr>
          <a:xfrm>
            <a:off x="-18288" y="0"/>
            <a:ext cx="12228576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99000">
                <a:schemeClr val="accent1">
                  <a:lumMod val="20000"/>
                  <a:lumOff val="80000"/>
                </a:schemeClr>
              </a:gs>
            </a:gsLst>
            <a:lin ang="6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8D44E567-89B6-5E9C-3308-4AB49D7A5011}"/>
              </a:ext>
            </a:extLst>
          </p:cNvPr>
          <p:cNvSpPr txBox="1"/>
          <p:nvPr/>
        </p:nvSpPr>
        <p:spPr>
          <a:xfrm>
            <a:off x="0" y="419734"/>
            <a:ext cx="428561" cy="121453"/>
          </a:xfrm>
          <a:prstGeom prst="rect">
            <a:avLst/>
          </a:prstGeom>
          <a:solidFill>
            <a:schemeClr val="accent1"/>
          </a:solidFill>
          <a:ln w="25400" cap="sq">
            <a:solidFill>
              <a:schemeClr val="bg1"/>
            </a:solidFill>
            <a:miter/>
          </a:ln>
          <a:effectLst>
            <a:outerShdw blurRad="63500" algn="ctr" rotWithShape="0">
              <a:srgbClr val="000000">
                <a:alpha val="4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BBB9C8FD-D39A-3ABC-2225-E014B407B16E}"/>
              </a:ext>
            </a:extLst>
          </p:cNvPr>
          <p:cNvSpPr txBox="1"/>
          <p:nvPr/>
        </p:nvSpPr>
        <p:spPr>
          <a:xfrm rot="5400000">
            <a:off x="-145315" y="292497"/>
            <a:ext cx="719190" cy="134200"/>
          </a:xfrm>
          <a:prstGeom prst="rect">
            <a:avLst/>
          </a:prstGeom>
          <a:solidFill>
            <a:schemeClr val="accent1"/>
          </a:solidFill>
          <a:ln w="25400" cap="sq">
            <a:solidFill>
              <a:schemeClr val="bg1"/>
            </a:solidFill>
            <a:miter/>
          </a:ln>
          <a:effectLst>
            <a:outerShdw blurRad="63500" algn="ctr" rotWithShape="0">
              <a:srgbClr val="000000">
                <a:alpha val="4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F2E90AD5-87C7-B7F1-130A-DDCCA9A69654}"/>
              </a:ext>
            </a:extLst>
          </p:cNvPr>
          <p:cNvSpPr txBox="1"/>
          <p:nvPr/>
        </p:nvSpPr>
        <p:spPr>
          <a:xfrm>
            <a:off x="891414" y="937021"/>
            <a:ext cx="10377568" cy="4162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 cap="rnd">
            <a:noFill/>
            <a:round/>
          </a:ln>
          <a:effectLst>
            <a:outerShdw blurRad="76200" dist="50800" dir="5400000" algn="ctr" rotWithShape="0">
              <a:srgbClr val="CD9673">
                <a:alpha val="2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8D18FE0-13F8-51D4-7257-A05907CC57CA}"/>
              </a:ext>
            </a:extLst>
          </p:cNvPr>
          <p:cNvSpPr txBox="1"/>
          <p:nvPr/>
        </p:nvSpPr>
        <p:spPr>
          <a:xfrm>
            <a:off x="1383801" y="964916"/>
            <a:ext cx="9424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综合结论</a:t>
            </a:r>
            <a:endParaRPr lang="zh-CN" altLang="zh-CN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5E0A538-B421-A9CE-ED52-7BD630B8CAE0}"/>
              </a:ext>
            </a:extLst>
          </p:cNvPr>
          <p:cNvSpPr txBox="1"/>
          <p:nvPr/>
        </p:nvSpPr>
        <p:spPr>
          <a:xfrm>
            <a:off x="891412" y="1396406"/>
            <a:ext cx="10377567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zh-CN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规模越大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（如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8192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），模型性能提升越明显，说明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cloud 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模型非常依赖输入的多样性与容量；</a:t>
            </a:r>
            <a:r>
              <a:rPr lang="zh-CN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增加云维度</a:t>
            </a:r>
            <a:r>
              <a:rPr lang="en-US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dim 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可提升模型的表达能力与准确性，但也带来更高的内存开销；</a:t>
            </a:r>
            <a:r>
              <a:rPr lang="en-US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Attention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虽非必要，但可在同样或更少轮数下获得更优精度，适合在模型资源允许下开启；多数模型在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epoch &lt; 60 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时已进入收敛阶段，训练效率可接受。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37099528-A922-73F7-FCF1-E3DACBD7C925}"/>
              </a:ext>
            </a:extLst>
          </p:cNvPr>
          <p:cNvSpPr txBox="1"/>
          <p:nvPr/>
        </p:nvSpPr>
        <p:spPr>
          <a:xfrm>
            <a:off x="579455" y="238458"/>
            <a:ext cx="10377569" cy="53641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lvl="0">
              <a:lnSpc>
                <a:spcPct val="130000"/>
              </a:lnSpc>
              <a:defRPr/>
            </a:pPr>
            <a:r>
              <a:rPr kumimoji="1" lang="zh-CN" altLang="en-US" sz="2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实验结果与分析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716AAC3B-E23A-245B-E717-0346165FAF19}"/>
              </a:ext>
            </a:extLst>
          </p:cNvPr>
          <p:cNvSpPr txBox="1"/>
          <p:nvPr/>
        </p:nvSpPr>
        <p:spPr>
          <a:xfrm>
            <a:off x="891414" y="6001930"/>
            <a:ext cx="10377568" cy="940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 cap="rnd">
            <a:noFill/>
            <a:round/>
          </a:ln>
          <a:effectLst>
            <a:outerShdw blurRad="76200" dist="50800" dir="5400000" algn="ctr" rotWithShape="0">
              <a:srgbClr val="CD9673">
                <a:alpha val="2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37F44EFF-A331-58C2-F7D7-82F00DDFB077}"/>
              </a:ext>
            </a:extLst>
          </p:cNvPr>
          <p:cNvGrpSpPr/>
          <p:nvPr/>
        </p:nvGrpSpPr>
        <p:grpSpPr>
          <a:xfrm>
            <a:off x="1119055" y="2658289"/>
            <a:ext cx="9953890" cy="3262690"/>
            <a:chOff x="1412865" y="2658289"/>
            <a:chExt cx="9953890" cy="3262690"/>
          </a:xfrm>
        </p:grpSpPr>
        <p:pic>
          <p:nvPicPr>
            <p:cNvPr id="16" name="图片 15" descr="图表&#10;&#10;AI 生成的内容可能不正确。">
              <a:extLst>
                <a:ext uri="{FF2B5EF4-FFF2-40B4-BE49-F238E27FC236}">
                  <a16:creationId xmlns:a16="http://schemas.microsoft.com/office/drawing/2014/main" id="{166BFD1E-CF3A-172F-2064-877478D7A8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381"/>
            <a:stretch>
              <a:fillRect/>
            </a:stretch>
          </p:blipFill>
          <p:spPr bwMode="auto">
            <a:xfrm>
              <a:off x="1412865" y="2658290"/>
              <a:ext cx="6503963" cy="3262689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19" name="图片 18" descr="图片包含 文本&#10;&#10;AI 生成的内容可能不正确。">
              <a:extLst>
                <a:ext uri="{FF2B5EF4-FFF2-40B4-BE49-F238E27FC236}">
                  <a16:creationId xmlns:a16="http://schemas.microsoft.com/office/drawing/2014/main" id="{FCF2E2AB-B049-34CE-7E4D-53872221B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86357" y="2658289"/>
              <a:ext cx="3480398" cy="3262689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1898741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51A02-39EF-3E2A-B160-2539C28FD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BB4570-4E9A-234E-C8EC-1DB0F3A172AE}"/>
              </a:ext>
            </a:extLst>
          </p:cNvPr>
          <p:cNvSpPr txBox="1"/>
          <p:nvPr/>
        </p:nvSpPr>
        <p:spPr>
          <a:xfrm>
            <a:off x="-18288" y="0"/>
            <a:ext cx="12228576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99000">
                <a:schemeClr val="accent1">
                  <a:lumMod val="20000"/>
                  <a:lumOff val="80000"/>
                </a:schemeClr>
              </a:gs>
            </a:gsLst>
            <a:lin ang="6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595CA65C-2F84-B93F-7FC0-3B5E69A8E0E6}"/>
              </a:ext>
            </a:extLst>
          </p:cNvPr>
          <p:cNvSpPr txBox="1"/>
          <p:nvPr/>
        </p:nvSpPr>
        <p:spPr>
          <a:xfrm>
            <a:off x="0" y="419734"/>
            <a:ext cx="428561" cy="121453"/>
          </a:xfrm>
          <a:prstGeom prst="rect">
            <a:avLst/>
          </a:prstGeom>
          <a:solidFill>
            <a:schemeClr val="accent1"/>
          </a:solidFill>
          <a:ln w="25400" cap="sq">
            <a:solidFill>
              <a:schemeClr val="bg1"/>
            </a:solidFill>
            <a:miter/>
          </a:ln>
          <a:effectLst>
            <a:outerShdw blurRad="63500" algn="ctr" rotWithShape="0">
              <a:srgbClr val="000000">
                <a:alpha val="4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273C9E39-92BE-85EE-80C7-6CB3C46B9CC4}"/>
              </a:ext>
            </a:extLst>
          </p:cNvPr>
          <p:cNvSpPr txBox="1"/>
          <p:nvPr/>
        </p:nvSpPr>
        <p:spPr>
          <a:xfrm rot="5400000">
            <a:off x="-145315" y="292497"/>
            <a:ext cx="719190" cy="134200"/>
          </a:xfrm>
          <a:prstGeom prst="rect">
            <a:avLst/>
          </a:prstGeom>
          <a:solidFill>
            <a:schemeClr val="accent1"/>
          </a:solidFill>
          <a:ln w="25400" cap="sq">
            <a:solidFill>
              <a:schemeClr val="bg1"/>
            </a:solidFill>
            <a:miter/>
          </a:ln>
          <a:effectLst>
            <a:outerShdw blurRad="63500" algn="ctr" rotWithShape="0">
              <a:srgbClr val="000000">
                <a:alpha val="4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369C9E6C-3A39-6684-DCAA-CF438C9C115A}"/>
              </a:ext>
            </a:extLst>
          </p:cNvPr>
          <p:cNvSpPr txBox="1"/>
          <p:nvPr/>
        </p:nvSpPr>
        <p:spPr>
          <a:xfrm>
            <a:off x="891414" y="937021"/>
            <a:ext cx="10377568" cy="4162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 cap="rnd">
            <a:noFill/>
            <a:round/>
          </a:ln>
          <a:effectLst>
            <a:outerShdw blurRad="76200" dist="50800" dir="5400000" algn="ctr" rotWithShape="0">
              <a:srgbClr val="CD9673">
                <a:alpha val="2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FFE3F76-9871-3C44-0630-B6494CCA29A2}"/>
              </a:ext>
            </a:extLst>
          </p:cNvPr>
          <p:cNvSpPr txBox="1"/>
          <p:nvPr/>
        </p:nvSpPr>
        <p:spPr>
          <a:xfrm>
            <a:off x="1383801" y="964916"/>
            <a:ext cx="9424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不确定性预测样例分析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764B822-4616-8BEA-12D5-4ADB6C7858EF}"/>
              </a:ext>
            </a:extLst>
          </p:cNvPr>
          <p:cNvSpPr txBox="1"/>
          <p:nvPr/>
        </p:nvSpPr>
        <p:spPr>
          <a:xfrm>
            <a:off x="891412" y="1396406"/>
            <a:ext cx="10377567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CSM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引入了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云模型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结构用于建模情感分类中的不确定性，从而使模型不仅能输出情感类别预测结果，还能反映出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预测信心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置信程度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。该特性</a:t>
            </a:r>
            <a:r>
              <a:rPr lang="zh-CN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尤其适用于处理语义模糊、情绪不明朗、带有讽刺或双关表达的中文文本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对于讽刺类双重否定类表达，不确定度整体偏高（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&gt;0.2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），而对情感表达清晰的文本，模型预测既准确又置信度高（不确定度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&lt;0.2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）。这类设计对于下游应用具有重要意义，系统可以依据置信度触发人机协作、人审介入，或用于重点舆情判别过滤。</a:t>
            </a:r>
          </a:p>
          <a:p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97A52F42-D57D-95DE-46EB-1B30CB7778BE}"/>
              </a:ext>
            </a:extLst>
          </p:cNvPr>
          <p:cNvSpPr txBox="1"/>
          <p:nvPr/>
        </p:nvSpPr>
        <p:spPr>
          <a:xfrm>
            <a:off x="579455" y="238458"/>
            <a:ext cx="10377569" cy="53641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lvl="0">
              <a:lnSpc>
                <a:spcPct val="130000"/>
              </a:lnSpc>
              <a:defRPr/>
            </a:pPr>
            <a:r>
              <a:rPr kumimoji="1" lang="zh-CN" altLang="en-US" sz="2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实验结果与分析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D448799D-0258-01C5-C52A-D2B99AC72443}"/>
              </a:ext>
            </a:extLst>
          </p:cNvPr>
          <p:cNvSpPr txBox="1"/>
          <p:nvPr/>
        </p:nvSpPr>
        <p:spPr>
          <a:xfrm>
            <a:off x="891414" y="6001930"/>
            <a:ext cx="10377568" cy="940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 cap="rnd">
            <a:noFill/>
            <a:round/>
          </a:ln>
          <a:effectLst>
            <a:outerShdw blurRad="76200" dist="50800" dir="5400000" algn="ctr" rotWithShape="0">
              <a:srgbClr val="CD9673">
                <a:alpha val="2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74814DB6-106C-53F3-A53F-46417D8EE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075566"/>
              </p:ext>
            </p:extLst>
          </p:nvPr>
        </p:nvGraphicFramePr>
        <p:xfrm>
          <a:off x="923021" y="2510626"/>
          <a:ext cx="5772149" cy="17555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90900">
                  <a:extLst>
                    <a:ext uri="{9D8B030D-6E8A-4147-A177-3AD203B41FA5}">
                      <a16:colId xmlns:a16="http://schemas.microsoft.com/office/drawing/2014/main" val="3257403154"/>
                    </a:ext>
                  </a:extLst>
                </a:gridCol>
                <a:gridCol w="1171575">
                  <a:extLst>
                    <a:ext uri="{9D8B030D-6E8A-4147-A177-3AD203B41FA5}">
                      <a16:colId xmlns:a16="http://schemas.microsoft.com/office/drawing/2014/main" val="2324375720"/>
                    </a:ext>
                  </a:extLst>
                </a:gridCol>
                <a:gridCol w="1209674">
                  <a:extLst>
                    <a:ext uri="{9D8B030D-6E8A-4147-A177-3AD203B41FA5}">
                      <a16:colId xmlns:a16="http://schemas.microsoft.com/office/drawing/2014/main" val="2144254388"/>
                    </a:ext>
                  </a:extLst>
                </a:gridCol>
              </a:tblGrid>
              <a:tr h="351111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测试样例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预测情感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不确定度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09377144"/>
                  </a:ext>
                </a:extLst>
              </a:tr>
              <a:tr h="351111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真棒啊，晚点一小时我还没气死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Negative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0.1086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70341480"/>
                  </a:ext>
                </a:extLst>
              </a:tr>
              <a:tr h="351111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你最好一辈子都这么优秀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Negative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0.2066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95792654"/>
                  </a:ext>
                </a:extLst>
              </a:tr>
              <a:tr h="351111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这顿饭不贵，性价比不错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Positive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0.2999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3227472"/>
                  </a:ext>
                </a:extLst>
              </a:tr>
              <a:tr h="351111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他骂得那么狠，我竟然不生气，奇怪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Negative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0.0279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42409478"/>
                  </a:ext>
                </a:extLst>
              </a:tr>
            </a:tbl>
          </a:graphicData>
        </a:graphic>
      </p:graphicFrame>
      <p:pic>
        <p:nvPicPr>
          <p:cNvPr id="11" name="图片 10">
            <a:extLst>
              <a:ext uri="{FF2B5EF4-FFF2-40B4-BE49-F238E27FC236}">
                <a16:creationId xmlns:a16="http://schemas.microsoft.com/office/drawing/2014/main" id="{AA3190EC-E3D9-FA06-4542-4FEF808276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5170" y="2728453"/>
            <a:ext cx="4573809" cy="14010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68581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50DF5-ED8C-BDB5-9F36-D8ABE668F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DEC5B9-308F-4181-6ABF-2B07D187CAFD}"/>
              </a:ext>
            </a:extLst>
          </p:cNvPr>
          <p:cNvSpPr txBox="1"/>
          <p:nvPr/>
        </p:nvSpPr>
        <p:spPr>
          <a:xfrm>
            <a:off x="-18288" y="0"/>
            <a:ext cx="12228576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99000">
                <a:schemeClr val="accent1">
                  <a:lumMod val="20000"/>
                  <a:lumOff val="80000"/>
                </a:schemeClr>
              </a:gs>
            </a:gsLst>
            <a:lin ang="6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329E8348-35F1-C999-1C6E-E05F5D9CDFAC}"/>
              </a:ext>
            </a:extLst>
          </p:cNvPr>
          <p:cNvSpPr txBox="1"/>
          <p:nvPr/>
        </p:nvSpPr>
        <p:spPr>
          <a:xfrm>
            <a:off x="0" y="419734"/>
            <a:ext cx="428561" cy="121453"/>
          </a:xfrm>
          <a:prstGeom prst="rect">
            <a:avLst/>
          </a:prstGeom>
          <a:solidFill>
            <a:schemeClr val="accent1"/>
          </a:solidFill>
          <a:ln w="25400" cap="sq">
            <a:solidFill>
              <a:schemeClr val="bg1"/>
            </a:solidFill>
            <a:miter/>
          </a:ln>
          <a:effectLst>
            <a:outerShdw blurRad="63500" algn="ctr" rotWithShape="0">
              <a:srgbClr val="000000">
                <a:alpha val="4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A93B2089-6D7B-6BEF-ECFF-6C7E9DEE7533}"/>
              </a:ext>
            </a:extLst>
          </p:cNvPr>
          <p:cNvSpPr txBox="1"/>
          <p:nvPr/>
        </p:nvSpPr>
        <p:spPr>
          <a:xfrm rot="5400000">
            <a:off x="-145315" y="292497"/>
            <a:ext cx="719190" cy="134200"/>
          </a:xfrm>
          <a:prstGeom prst="rect">
            <a:avLst/>
          </a:prstGeom>
          <a:solidFill>
            <a:schemeClr val="accent1"/>
          </a:solidFill>
          <a:ln w="25400" cap="sq">
            <a:solidFill>
              <a:schemeClr val="bg1"/>
            </a:solidFill>
            <a:miter/>
          </a:ln>
          <a:effectLst>
            <a:outerShdw blurRad="63500" algn="ctr" rotWithShape="0">
              <a:srgbClr val="000000">
                <a:alpha val="4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27BF1B6F-E4AC-BCB6-5849-D33675F3A6F2}"/>
              </a:ext>
            </a:extLst>
          </p:cNvPr>
          <p:cNvSpPr txBox="1"/>
          <p:nvPr/>
        </p:nvSpPr>
        <p:spPr>
          <a:xfrm>
            <a:off x="891414" y="937021"/>
            <a:ext cx="10377568" cy="4162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 cap="rnd">
            <a:noFill/>
            <a:round/>
          </a:ln>
          <a:effectLst>
            <a:outerShdw blurRad="76200" dist="50800" dir="5400000" algn="ctr" rotWithShape="0">
              <a:srgbClr val="CD9673">
                <a:alpha val="2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182156E-5E16-D25A-7D25-624052948471}"/>
              </a:ext>
            </a:extLst>
          </p:cNvPr>
          <p:cNvSpPr txBox="1"/>
          <p:nvPr/>
        </p:nvSpPr>
        <p:spPr>
          <a:xfrm>
            <a:off x="1383801" y="964916"/>
            <a:ext cx="9424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与传统方法的对比实验</a:t>
            </a:r>
            <a:endParaRPr lang="zh-CN" altLang="zh-CN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C2C939A-CA81-2B06-5726-D8AC6EB96ECA}"/>
              </a:ext>
            </a:extLst>
          </p:cNvPr>
          <p:cNvSpPr txBox="1"/>
          <p:nvPr/>
        </p:nvSpPr>
        <p:spPr>
          <a:xfrm>
            <a:off x="891412" y="1396406"/>
            <a:ext cx="10377567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为全面评估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CSM 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模型在情感分类任务中的综合能力，我们</a:t>
            </a:r>
            <a:r>
              <a:rPr lang="zh-CN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选取了几种主流文本分类模型进行对比实验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，包括：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BERT + FC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TextCNN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BiLSTM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MC-Dropout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CSM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（本文模型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从结果可以看出，</a:t>
            </a:r>
            <a:r>
              <a:rPr lang="en-US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CSM</a:t>
            </a:r>
            <a:r>
              <a:rPr lang="zh-CN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在准确率上略优于所有对比模型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，并且无需多次采样即可原生支持不确定性估计，计算效率远高于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MC-Dropout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。同时，其稳定性和可解释性远胜于结构简单的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CNN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LSTM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网络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4E51BE21-C80C-5E23-18CE-AF6267B6D0CE}"/>
              </a:ext>
            </a:extLst>
          </p:cNvPr>
          <p:cNvSpPr txBox="1"/>
          <p:nvPr/>
        </p:nvSpPr>
        <p:spPr>
          <a:xfrm>
            <a:off x="579455" y="238458"/>
            <a:ext cx="10377569" cy="53641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lvl="0">
              <a:lnSpc>
                <a:spcPct val="130000"/>
              </a:lnSpc>
              <a:defRPr/>
            </a:pPr>
            <a:r>
              <a:rPr kumimoji="1" lang="zh-CN" altLang="en-US" sz="2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实验结果与分析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C125F62A-E48D-66FE-5480-5EECE899DFA2}"/>
              </a:ext>
            </a:extLst>
          </p:cNvPr>
          <p:cNvSpPr txBox="1"/>
          <p:nvPr/>
        </p:nvSpPr>
        <p:spPr>
          <a:xfrm>
            <a:off x="891414" y="6001930"/>
            <a:ext cx="10377568" cy="940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 cap="rnd">
            <a:noFill/>
            <a:round/>
          </a:ln>
          <a:effectLst>
            <a:outerShdw blurRad="76200" dist="50800" dir="5400000" algn="ctr" rotWithShape="0">
              <a:srgbClr val="CD9673">
                <a:alpha val="2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3AABCC29-0F2F-654F-0948-F7EC2CDCEF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4461454"/>
              </p:ext>
            </p:extLst>
          </p:nvPr>
        </p:nvGraphicFramePr>
        <p:xfrm>
          <a:off x="2157163" y="2942913"/>
          <a:ext cx="7877674" cy="22970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38537">
                  <a:extLst>
                    <a:ext uri="{9D8B030D-6E8A-4147-A177-3AD203B41FA5}">
                      <a16:colId xmlns:a16="http://schemas.microsoft.com/office/drawing/2014/main" val="3425243581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4165719009"/>
                    </a:ext>
                  </a:extLst>
                </a:gridCol>
                <a:gridCol w="1817287">
                  <a:extLst>
                    <a:ext uri="{9D8B030D-6E8A-4147-A177-3AD203B41FA5}">
                      <a16:colId xmlns:a16="http://schemas.microsoft.com/office/drawing/2014/main" val="1570028505"/>
                    </a:ext>
                  </a:extLst>
                </a:gridCol>
                <a:gridCol w="1838742">
                  <a:extLst>
                    <a:ext uri="{9D8B030D-6E8A-4147-A177-3AD203B41FA5}">
                      <a16:colId xmlns:a16="http://schemas.microsoft.com/office/drawing/2014/main" val="641055221"/>
                    </a:ext>
                  </a:extLst>
                </a:gridCol>
                <a:gridCol w="1444858">
                  <a:extLst>
                    <a:ext uri="{9D8B030D-6E8A-4147-A177-3AD203B41FA5}">
                      <a16:colId xmlns:a16="http://schemas.microsoft.com/office/drawing/2014/main" val="2198376934"/>
                    </a:ext>
                  </a:extLst>
                </a:gridCol>
              </a:tblGrid>
              <a:tr h="382836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模型名称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Accuracy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支持不确定性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是否需多次采样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收敛速度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62253552"/>
                  </a:ext>
                </a:extLst>
              </a:tr>
              <a:tr h="382836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BERT + FC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93.0%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否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否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快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36355467"/>
                  </a:ext>
                </a:extLst>
              </a:tr>
              <a:tr h="382836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TextCNN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91.5%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否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否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快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12899104"/>
                  </a:ext>
                </a:extLst>
              </a:tr>
              <a:tr h="382836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BiLSTM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91.2%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否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否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中等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8511491"/>
                  </a:ext>
                </a:extLst>
              </a:tr>
              <a:tr h="382836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MC-Dropout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93.2%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是（通过采样）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600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慢</a:t>
                      </a:r>
                      <a:endParaRPr lang="zh-CN" sz="1600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93348917"/>
                  </a:ext>
                </a:extLst>
              </a:tr>
              <a:tr h="382836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CSM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93.8%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是（原生输出）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否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buNone/>
                      </a:pP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快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28327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11386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A3D67-C719-E5CC-1A61-96AE082A8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FB25A9-C841-02AB-F3B1-815220AF5152}"/>
              </a:ext>
            </a:extLst>
          </p:cNvPr>
          <p:cNvSpPr txBox="1"/>
          <p:nvPr/>
        </p:nvSpPr>
        <p:spPr>
          <a:xfrm>
            <a:off x="-18288" y="0"/>
            <a:ext cx="12228576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99000">
                <a:schemeClr val="accent1">
                  <a:lumMod val="20000"/>
                  <a:lumOff val="80000"/>
                </a:schemeClr>
              </a:gs>
            </a:gsLst>
            <a:lin ang="6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C5053D21-B699-3938-7B2D-A720B5B48C9D}"/>
              </a:ext>
            </a:extLst>
          </p:cNvPr>
          <p:cNvSpPr txBox="1"/>
          <p:nvPr/>
        </p:nvSpPr>
        <p:spPr>
          <a:xfrm>
            <a:off x="0" y="419734"/>
            <a:ext cx="428561" cy="121453"/>
          </a:xfrm>
          <a:prstGeom prst="rect">
            <a:avLst/>
          </a:prstGeom>
          <a:solidFill>
            <a:schemeClr val="accent1"/>
          </a:solidFill>
          <a:ln w="25400" cap="sq">
            <a:solidFill>
              <a:schemeClr val="bg1"/>
            </a:solidFill>
            <a:miter/>
          </a:ln>
          <a:effectLst>
            <a:outerShdw blurRad="63500" algn="ctr" rotWithShape="0">
              <a:srgbClr val="000000">
                <a:alpha val="4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657A259B-FC8D-5777-0C5C-E5345D55D361}"/>
              </a:ext>
            </a:extLst>
          </p:cNvPr>
          <p:cNvSpPr txBox="1"/>
          <p:nvPr/>
        </p:nvSpPr>
        <p:spPr>
          <a:xfrm rot="5400000">
            <a:off x="-145315" y="292497"/>
            <a:ext cx="719190" cy="134200"/>
          </a:xfrm>
          <a:prstGeom prst="rect">
            <a:avLst/>
          </a:prstGeom>
          <a:solidFill>
            <a:schemeClr val="accent1"/>
          </a:solidFill>
          <a:ln w="25400" cap="sq">
            <a:solidFill>
              <a:schemeClr val="bg1"/>
            </a:solidFill>
            <a:miter/>
          </a:ln>
          <a:effectLst>
            <a:outerShdw blurRad="63500" algn="ctr" rotWithShape="0">
              <a:srgbClr val="000000">
                <a:alpha val="4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F6B04CE3-BBE2-09AB-2336-7CF454DEA31D}"/>
              </a:ext>
            </a:extLst>
          </p:cNvPr>
          <p:cNvSpPr txBox="1"/>
          <p:nvPr/>
        </p:nvSpPr>
        <p:spPr>
          <a:xfrm>
            <a:off x="891414" y="937021"/>
            <a:ext cx="10377568" cy="4162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 cap="rnd">
            <a:noFill/>
            <a:round/>
          </a:ln>
          <a:effectLst>
            <a:outerShdw blurRad="76200" dist="50800" dir="5400000" algn="ctr" rotWithShape="0">
              <a:srgbClr val="CD9673">
                <a:alpha val="2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DC429E3-C0B2-20D3-2A07-D475DCECE43A}"/>
              </a:ext>
            </a:extLst>
          </p:cNvPr>
          <p:cNvSpPr txBox="1"/>
          <p:nvPr/>
        </p:nvSpPr>
        <p:spPr>
          <a:xfrm>
            <a:off x="1383801" y="964916"/>
            <a:ext cx="9424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模型可视化与解释性分析</a:t>
            </a:r>
            <a:endParaRPr lang="zh-CN" altLang="zh-CN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4EDBA0B-AF55-D27F-0C95-71B449693532}"/>
              </a:ext>
            </a:extLst>
          </p:cNvPr>
          <p:cNvSpPr txBox="1"/>
          <p:nvPr/>
        </p:nvSpPr>
        <p:spPr>
          <a:xfrm>
            <a:off x="891412" y="1396406"/>
            <a:ext cx="5204588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我们结合训练过程的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TensorBoard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可视化曲线，从不同维度对模型的内部行为与收敛趋势进行解析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训练准确率与训练损失：在前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20k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步迅速提升准确率并下降损失，随后进入平稳收敛阶段，</a:t>
            </a:r>
            <a:r>
              <a:rPr lang="zh-CN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表明网络结构有效，未出现严重的欠拟合或过拟合。</a:t>
            </a:r>
            <a:endParaRPr lang="en-US" altLang="zh-CN" sz="20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隶属度均值与标准差：随着训练深入，</a:t>
            </a:r>
            <a:r>
              <a:rPr lang="en-US" altLang="zh-CN" i="1">
                <a:latin typeface="微软雅黑" panose="020B0503020204020204" pitchFamily="34" charset="-122"/>
                <a:ea typeface="微软雅黑" panose="020B0503020204020204" pitchFamily="34" charset="-122"/>
              </a:rPr>
              <a:t>μ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值趋于稳定，均值降低、方差收敛，</a:t>
            </a:r>
            <a:r>
              <a:rPr lang="zh-CN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说明云模型正在形成更为集中的预测分布，表征更一致的情感模态。</a:t>
            </a:r>
            <a:endParaRPr lang="en-US" altLang="zh-CN" sz="2000" b="1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验证损失与隶属度指标：在验证集上同样表现出平滑下降趋势，</a:t>
            </a:r>
            <a:r>
              <a:rPr lang="en-US" altLang="zh-CN" i="1">
                <a:latin typeface="微软雅黑" panose="020B0503020204020204" pitchFamily="34" charset="-122"/>
                <a:ea typeface="微软雅黑" panose="020B0503020204020204" pitchFamily="34" charset="-122"/>
              </a:rPr>
              <a:t>μ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的均值和标准差略高于训练集，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zh-CN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模型对未知样本保持适当</a:t>
            </a:r>
            <a:r>
              <a:rPr lang="en-US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警觉</a:t>
            </a:r>
            <a:r>
              <a:rPr lang="en-US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20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，具备一定泛化能力</a:t>
            </a:r>
            <a:r>
              <a:rPr lang="zh-CN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6839B3F3-5B90-3053-F8A4-366643C881EC}"/>
              </a:ext>
            </a:extLst>
          </p:cNvPr>
          <p:cNvSpPr txBox="1"/>
          <p:nvPr/>
        </p:nvSpPr>
        <p:spPr>
          <a:xfrm>
            <a:off x="579455" y="238458"/>
            <a:ext cx="10377569" cy="53641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lvl="0">
              <a:lnSpc>
                <a:spcPct val="130000"/>
              </a:lnSpc>
              <a:defRPr/>
            </a:pPr>
            <a:r>
              <a:rPr kumimoji="1" lang="zh-CN" altLang="en-US" sz="2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实验结果与分析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724CF31A-93D9-129A-EE36-B37610A91890}"/>
              </a:ext>
            </a:extLst>
          </p:cNvPr>
          <p:cNvSpPr txBox="1"/>
          <p:nvPr/>
        </p:nvSpPr>
        <p:spPr>
          <a:xfrm>
            <a:off x="891414" y="6001930"/>
            <a:ext cx="10377568" cy="940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 cap="rnd">
            <a:noFill/>
            <a:round/>
          </a:ln>
          <a:effectLst>
            <a:outerShdw blurRad="76200" dist="50800" dir="5400000" algn="ctr" rotWithShape="0">
              <a:srgbClr val="CD9673">
                <a:alpha val="20000"/>
              </a:srgbClr>
            </a:outerShdw>
          </a:effectLst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1" name="图片 10" descr="图表, 条形图&#10;&#10;AI 生成的内容可能不正确。">
            <a:extLst>
              <a:ext uri="{FF2B5EF4-FFF2-40B4-BE49-F238E27FC236}">
                <a16:creationId xmlns:a16="http://schemas.microsoft.com/office/drawing/2014/main" id="{2ADBF290-3EF0-A0A1-C9EB-C7BEBC73CE9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2" t="17684"/>
          <a:stretch>
            <a:fillRect/>
          </a:stretch>
        </p:blipFill>
        <p:spPr bwMode="auto">
          <a:xfrm>
            <a:off x="6641518" y="1532149"/>
            <a:ext cx="4166681" cy="151633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图片 11" descr="图表, 折线图&#10;&#10;AI 生成的内容可能不正确。">
            <a:extLst>
              <a:ext uri="{FF2B5EF4-FFF2-40B4-BE49-F238E27FC236}">
                <a16:creationId xmlns:a16="http://schemas.microsoft.com/office/drawing/2014/main" id="{F3E4A8EF-F207-D301-083F-EA9E03CB6E2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1"/>
          <a:stretch>
            <a:fillRect/>
          </a:stretch>
        </p:blipFill>
        <p:spPr bwMode="auto">
          <a:xfrm>
            <a:off x="6641517" y="3048488"/>
            <a:ext cx="4166682" cy="158268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图片 12" descr="图表, 折线图&#10;&#10;AI 生成的内容可能不正确。">
            <a:extLst>
              <a:ext uri="{FF2B5EF4-FFF2-40B4-BE49-F238E27FC236}">
                <a16:creationId xmlns:a16="http://schemas.microsoft.com/office/drawing/2014/main" id="{B1394B85-E6D3-7127-A092-AFE2ADBF2C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1517" y="4631173"/>
            <a:ext cx="4166681" cy="10274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7325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70576-BC94-538F-9D6A-4FDC0AE45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>
            <a:extLst>
              <a:ext uri="{FF2B5EF4-FFF2-40B4-BE49-F238E27FC236}">
                <a16:creationId xmlns:a16="http://schemas.microsoft.com/office/drawing/2014/main" id="{F82F555D-54CE-F4C7-0301-FD7DFDD62DE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8000"/>
          </a:blip>
          <a:srcRect/>
          <a:stretch>
            <a:fillRect/>
          </a:stretch>
        </p:blipFill>
        <p:spPr>
          <a:xfrm>
            <a:off x="3772953" y="0"/>
            <a:ext cx="8419047" cy="562539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A2F11EDA-924E-2360-CC77-E20C936D695B}"/>
              </a:ext>
            </a:extLst>
          </p:cNvPr>
          <p:cNvSpPr txBox="1"/>
          <p:nvPr/>
        </p:nvSpPr>
        <p:spPr>
          <a:xfrm>
            <a:off x="-9144" y="-9679"/>
            <a:ext cx="12210288" cy="6877359"/>
          </a:xfrm>
          <a:prstGeom prst="rect">
            <a:avLst/>
          </a:prstGeom>
          <a:solidFill>
            <a:schemeClr val="bg1">
              <a:alpha val="77962"/>
            </a:schemeClr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16DAB483-4C04-2413-1D2E-5FD54EA47359}"/>
              </a:ext>
            </a:extLst>
          </p:cNvPr>
          <p:cNvSpPr txBox="1"/>
          <p:nvPr/>
        </p:nvSpPr>
        <p:spPr>
          <a:xfrm>
            <a:off x="0" y="-3318"/>
            <a:ext cx="3767922" cy="4007700"/>
          </a:xfrm>
          <a:custGeom>
            <a:avLst/>
            <a:gdLst>
              <a:gd name="connsiteX0" fmla="*/ 0 w 3593901"/>
              <a:gd name="connsiteY0" fmla="*/ 0 h 3822605"/>
              <a:gd name="connsiteX1" fmla="*/ 3570623 w 3593901"/>
              <a:gd name="connsiteY1" fmla="*/ 0 h 3822605"/>
              <a:gd name="connsiteX2" fmla="*/ 3576202 w 3593901"/>
              <a:gd name="connsiteY2" fmla="*/ 43906 h 3822605"/>
              <a:gd name="connsiteX3" fmla="*/ 3593901 w 3593901"/>
              <a:gd name="connsiteY3" fmla="*/ 394418 h 3822605"/>
              <a:gd name="connsiteX4" fmla="*/ 165714 w 3593901"/>
              <a:gd name="connsiteY4" fmla="*/ 3822605 h 3822605"/>
              <a:gd name="connsiteX5" fmla="*/ 0 w 3593901"/>
              <a:gd name="connsiteY5" fmla="*/ 3818415 h 3822605"/>
            </a:gdLst>
            <a:ahLst/>
            <a:cxnLst/>
            <a:rect l="l" t="t" r="r" b="b"/>
            <a:pathLst>
              <a:path w="3593901" h="3822605">
                <a:moveTo>
                  <a:pt x="0" y="0"/>
                </a:moveTo>
                <a:lnTo>
                  <a:pt x="3570623" y="0"/>
                </a:lnTo>
                <a:lnTo>
                  <a:pt x="3576202" y="43906"/>
                </a:lnTo>
                <a:cubicBezTo>
                  <a:pt x="3587906" y="159152"/>
                  <a:pt x="3593901" y="276085"/>
                  <a:pt x="3593901" y="394418"/>
                </a:cubicBezTo>
                <a:cubicBezTo>
                  <a:pt x="3593901" y="2287753"/>
                  <a:pt x="2059049" y="3822605"/>
                  <a:pt x="165714" y="3822605"/>
                </a:cubicBezTo>
                <a:lnTo>
                  <a:pt x="0" y="3818415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28305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1594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95B02F8A-7008-892D-2BEF-4CDC43FA0648}"/>
              </a:ext>
            </a:extLst>
          </p:cNvPr>
          <p:cNvSpPr txBox="1"/>
          <p:nvPr/>
        </p:nvSpPr>
        <p:spPr>
          <a:xfrm rot="10800000">
            <a:off x="8442364" y="2867045"/>
            <a:ext cx="3767922" cy="4007700"/>
          </a:xfrm>
          <a:custGeom>
            <a:avLst/>
            <a:gdLst>
              <a:gd name="connsiteX0" fmla="*/ 0 w 3593901"/>
              <a:gd name="connsiteY0" fmla="*/ 0 h 3822605"/>
              <a:gd name="connsiteX1" fmla="*/ 3570623 w 3593901"/>
              <a:gd name="connsiteY1" fmla="*/ 0 h 3822605"/>
              <a:gd name="connsiteX2" fmla="*/ 3576202 w 3593901"/>
              <a:gd name="connsiteY2" fmla="*/ 43906 h 3822605"/>
              <a:gd name="connsiteX3" fmla="*/ 3593901 w 3593901"/>
              <a:gd name="connsiteY3" fmla="*/ 394418 h 3822605"/>
              <a:gd name="connsiteX4" fmla="*/ 165714 w 3593901"/>
              <a:gd name="connsiteY4" fmla="*/ 3822605 h 3822605"/>
              <a:gd name="connsiteX5" fmla="*/ 0 w 3593901"/>
              <a:gd name="connsiteY5" fmla="*/ 3818415 h 3822605"/>
            </a:gdLst>
            <a:ahLst/>
            <a:cxnLst/>
            <a:rect l="l" t="t" r="r" b="b"/>
            <a:pathLst>
              <a:path w="3593901" h="3822605">
                <a:moveTo>
                  <a:pt x="0" y="0"/>
                </a:moveTo>
                <a:lnTo>
                  <a:pt x="3570623" y="0"/>
                </a:lnTo>
                <a:lnTo>
                  <a:pt x="3576202" y="43906"/>
                </a:lnTo>
                <a:cubicBezTo>
                  <a:pt x="3587906" y="159152"/>
                  <a:pt x="3593901" y="276085"/>
                  <a:pt x="3593901" y="394418"/>
                </a:cubicBezTo>
                <a:cubicBezTo>
                  <a:pt x="3593901" y="2287753"/>
                  <a:pt x="2059049" y="3822605"/>
                  <a:pt x="165714" y="3822605"/>
                </a:cubicBezTo>
                <a:lnTo>
                  <a:pt x="0" y="3818415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accent1">
                  <a:lumMod val="40000"/>
                  <a:lumOff val="60000"/>
                  <a:alpha val="29000"/>
                </a:schemeClr>
              </a:gs>
            </a:gsLst>
            <a:lin ang="21594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CA8FA2BE-ECCC-40B7-712A-05F56BC58ABD}"/>
              </a:ext>
            </a:extLst>
          </p:cNvPr>
          <p:cNvSpPr txBox="1"/>
          <p:nvPr/>
        </p:nvSpPr>
        <p:spPr>
          <a:xfrm flipH="1">
            <a:off x="569423" y="489686"/>
            <a:ext cx="1672266" cy="549270"/>
          </a:xfrm>
          <a:custGeom>
            <a:avLst/>
            <a:gdLst>
              <a:gd name="connsiteX0" fmla="*/ 64839 w 1108502"/>
              <a:gd name="connsiteY0" fmla="*/ 32419 h 364097"/>
              <a:gd name="connsiteX1" fmla="*/ 32420 w 1108502"/>
              <a:gd name="connsiteY1" fmla="*/ 64839 h 364097"/>
              <a:gd name="connsiteX2" fmla="*/ 0 w 1108502"/>
              <a:gd name="connsiteY2" fmla="*/ 32419 h 364097"/>
              <a:gd name="connsiteX3" fmla="*/ 32420 w 1108502"/>
              <a:gd name="connsiteY3" fmla="*/ 0 h 364097"/>
              <a:gd name="connsiteX4" fmla="*/ 64839 w 1108502"/>
              <a:gd name="connsiteY4" fmla="*/ 32419 h 364097"/>
              <a:gd name="connsiteX5" fmla="*/ 180802 w 1108502"/>
              <a:gd name="connsiteY5" fmla="*/ 1247 h 364097"/>
              <a:gd name="connsiteX6" fmla="*/ 148382 w 1108502"/>
              <a:gd name="connsiteY6" fmla="*/ 33666 h 364097"/>
              <a:gd name="connsiteX7" fmla="*/ 180802 w 1108502"/>
              <a:gd name="connsiteY7" fmla="*/ 66086 h 364097"/>
              <a:gd name="connsiteX8" fmla="*/ 213222 w 1108502"/>
              <a:gd name="connsiteY8" fmla="*/ 33666 h 364097"/>
              <a:gd name="connsiteX9" fmla="*/ 180802 w 1108502"/>
              <a:gd name="connsiteY9" fmla="*/ 1247 h 364097"/>
              <a:gd name="connsiteX10" fmla="*/ 64839 w 1108502"/>
              <a:gd name="connsiteY10" fmla="*/ 182048 h 364097"/>
              <a:gd name="connsiteX11" fmla="*/ 32420 w 1108502"/>
              <a:gd name="connsiteY11" fmla="*/ 149629 h 364097"/>
              <a:gd name="connsiteX12" fmla="*/ 0 w 1108502"/>
              <a:gd name="connsiteY12" fmla="*/ 182048 h 364097"/>
              <a:gd name="connsiteX13" fmla="*/ 32420 w 1108502"/>
              <a:gd name="connsiteY13" fmla="*/ 214468 h 364097"/>
              <a:gd name="connsiteX14" fmla="*/ 64839 w 1108502"/>
              <a:gd name="connsiteY14" fmla="*/ 182048 h 364097"/>
              <a:gd name="connsiteX15" fmla="*/ 330431 w 1108502"/>
              <a:gd name="connsiteY15" fmla="*/ 1247 h 364097"/>
              <a:gd name="connsiteX16" fmla="*/ 298011 w 1108502"/>
              <a:gd name="connsiteY16" fmla="*/ 33666 h 364097"/>
              <a:gd name="connsiteX17" fmla="*/ 330431 w 1108502"/>
              <a:gd name="connsiteY17" fmla="*/ 66086 h 364097"/>
              <a:gd name="connsiteX18" fmla="*/ 362851 w 1108502"/>
              <a:gd name="connsiteY18" fmla="*/ 33666 h 364097"/>
              <a:gd name="connsiteX19" fmla="*/ 330431 w 1108502"/>
              <a:gd name="connsiteY19" fmla="*/ 1247 h 364097"/>
              <a:gd name="connsiteX20" fmla="*/ 480060 w 1108502"/>
              <a:gd name="connsiteY20" fmla="*/ 1247 h 364097"/>
              <a:gd name="connsiteX21" fmla="*/ 447640 w 1108502"/>
              <a:gd name="connsiteY21" fmla="*/ 33666 h 364097"/>
              <a:gd name="connsiteX22" fmla="*/ 480060 w 1108502"/>
              <a:gd name="connsiteY22" fmla="*/ 66086 h 364097"/>
              <a:gd name="connsiteX23" fmla="*/ 512480 w 1108502"/>
              <a:gd name="connsiteY23" fmla="*/ 33666 h 364097"/>
              <a:gd name="connsiteX24" fmla="*/ 480060 w 1108502"/>
              <a:gd name="connsiteY24" fmla="*/ 1247 h 364097"/>
              <a:gd name="connsiteX25" fmla="*/ 628442 w 1108502"/>
              <a:gd name="connsiteY25" fmla="*/ 1247 h 364097"/>
              <a:gd name="connsiteX26" fmla="*/ 596022 w 1108502"/>
              <a:gd name="connsiteY26" fmla="*/ 33666 h 364097"/>
              <a:gd name="connsiteX27" fmla="*/ 628442 w 1108502"/>
              <a:gd name="connsiteY27" fmla="*/ 66086 h 364097"/>
              <a:gd name="connsiteX28" fmla="*/ 660862 w 1108502"/>
              <a:gd name="connsiteY28" fmla="*/ 33666 h 364097"/>
              <a:gd name="connsiteX29" fmla="*/ 628442 w 1108502"/>
              <a:gd name="connsiteY29" fmla="*/ 1247 h 364097"/>
              <a:gd name="connsiteX30" fmla="*/ 778071 w 1108502"/>
              <a:gd name="connsiteY30" fmla="*/ 1247 h 364097"/>
              <a:gd name="connsiteX31" fmla="*/ 745652 w 1108502"/>
              <a:gd name="connsiteY31" fmla="*/ 33666 h 364097"/>
              <a:gd name="connsiteX32" fmla="*/ 778071 w 1108502"/>
              <a:gd name="connsiteY32" fmla="*/ 66086 h 364097"/>
              <a:gd name="connsiteX33" fmla="*/ 810491 w 1108502"/>
              <a:gd name="connsiteY33" fmla="*/ 33666 h 364097"/>
              <a:gd name="connsiteX34" fmla="*/ 778071 w 1108502"/>
              <a:gd name="connsiteY34" fmla="*/ 1247 h 364097"/>
              <a:gd name="connsiteX35" fmla="*/ 926453 w 1108502"/>
              <a:gd name="connsiteY35" fmla="*/ 1247 h 364097"/>
              <a:gd name="connsiteX36" fmla="*/ 894034 w 1108502"/>
              <a:gd name="connsiteY36" fmla="*/ 33666 h 364097"/>
              <a:gd name="connsiteX37" fmla="*/ 926453 w 1108502"/>
              <a:gd name="connsiteY37" fmla="*/ 66086 h 364097"/>
              <a:gd name="connsiteX38" fmla="*/ 958873 w 1108502"/>
              <a:gd name="connsiteY38" fmla="*/ 33666 h 364097"/>
              <a:gd name="connsiteX39" fmla="*/ 926453 w 1108502"/>
              <a:gd name="connsiteY39" fmla="*/ 1247 h 364097"/>
              <a:gd name="connsiteX40" fmla="*/ 1076082 w 1108502"/>
              <a:gd name="connsiteY40" fmla="*/ 1247 h 364097"/>
              <a:gd name="connsiteX41" fmla="*/ 1043663 w 1108502"/>
              <a:gd name="connsiteY41" fmla="*/ 33666 h 364097"/>
              <a:gd name="connsiteX42" fmla="*/ 1076082 w 1108502"/>
              <a:gd name="connsiteY42" fmla="*/ 66086 h 364097"/>
              <a:gd name="connsiteX43" fmla="*/ 1108503 w 1108502"/>
              <a:gd name="connsiteY43" fmla="*/ 33666 h 364097"/>
              <a:gd name="connsiteX44" fmla="*/ 1076082 w 1108502"/>
              <a:gd name="connsiteY44" fmla="*/ 1247 h 364097"/>
              <a:gd name="connsiteX45" fmla="*/ 180802 w 1108502"/>
              <a:gd name="connsiteY45" fmla="*/ 149629 h 364097"/>
              <a:gd name="connsiteX46" fmla="*/ 148382 w 1108502"/>
              <a:gd name="connsiteY46" fmla="*/ 182048 h 364097"/>
              <a:gd name="connsiteX47" fmla="*/ 180802 w 1108502"/>
              <a:gd name="connsiteY47" fmla="*/ 214468 h 364097"/>
              <a:gd name="connsiteX48" fmla="*/ 213222 w 1108502"/>
              <a:gd name="connsiteY48" fmla="*/ 182048 h 364097"/>
              <a:gd name="connsiteX49" fmla="*/ 180802 w 1108502"/>
              <a:gd name="connsiteY49" fmla="*/ 149629 h 364097"/>
              <a:gd name="connsiteX50" fmla="*/ 330431 w 1108502"/>
              <a:gd name="connsiteY50" fmla="*/ 149629 h 364097"/>
              <a:gd name="connsiteX51" fmla="*/ 298011 w 1108502"/>
              <a:gd name="connsiteY51" fmla="*/ 182048 h 364097"/>
              <a:gd name="connsiteX52" fmla="*/ 330431 w 1108502"/>
              <a:gd name="connsiteY52" fmla="*/ 214468 h 364097"/>
              <a:gd name="connsiteX53" fmla="*/ 362851 w 1108502"/>
              <a:gd name="connsiteY53" fmla="*/ 182048 h 364097"/>
              <a:gd name="connsiteX54" fmla="*/ 330431 w 1108502"/>
              <a:gd name="connsiteY54" fmla="*/ 149629 h 364097"/>
              <a:gd name="connsiteX55" fmla="*/ 480060 w 1108502"/>
              <a:gd name="connsiteY55" fmla="*/ 149629 h 364097"/>
              <a:gd name="connsiteX56" fmla="*/ 447640 w 1108502"/>
              <a:gd name="connsiteY56" fmla="*/ 182048 h 364097"/>
              <a:gd name="connsiteX57" fmla="*/ 480060 w 1108502"/>
              <a:gd name="connsiteY57" fmla="*/ 214468 h 364097"/>
              <a:gd name="connsiteX58" fmla="*/ 512480 w 1108502"/>
              <a:gd name="connsiteY58" fmla="*/ 182048 h 364097"/>
              <a:gd name="connsiteX59" fmla="*/ 480060 w 1108502"/>
              <a:gd name="connsiteY59" fmla="*/ 149629 h 364097"/>
              <a:gd name="connsiteX60" fmla="*/ 628442 w 1108502"/>
              <a:gd name="connsiteY60" fmla="*/ 149629 h 364097"/>
              <a:gd name="connsiteX61" fmla="*/ 596022 w 1108502"/>
              <a:gd name="connsiteY61" fmla="*/ 182048 h 364097"/>
              <a:gd name="connsiteX62" fmla="*/ 628442 w 1108502"/>
              <a:gd name="connsiteY62" fmla="*/ 214468 h 364097"/>
              <a:gd name="connsiteX63" fmla="*/ 660862 w 1108502"/>
              <a:gd name="connsiteY63" fmla="*/ 182048 h 364097"/>
              <a:gd name="connsiteX64" fmla="*/ 628442 w 1108502"/>
              <a:gd name="connsiteY64" fmla="*/ 149629 h 364097"/>
              <a:gd name="connsiteX65" fmla="*/ 778071 w 1108502"/>
              <a:gd name="connsiteY65" fmla="*/ 149629 h 364097"/>
              <a:gd name="connsiteX66" fmla="*/ 745652 w 1108502"/>
              <a:gd name="connsiteY66" fmla="*/ 182048 h 364097"/>
              <a:gd name="connsiteX67" fmla="*/ 778071 w 1108502"/>
              <a:gd name="connsiteY67" fmla="*/ 214468 h 364097"/>
              <a:gd name="connsiteX68" fmla="*/ 810491 w 1108502"/>
              <a:gd name="connsiteY68" fmla="*/ 182048 h 364097"/>
              <a:gd name="connsiteX69" fmla="*/ 778071 w 1108502"/>
              <a:gd name="connsiteY69" fmla="*/ 149629 h 364097"/>
              <a:gd name="connsiteX70" fmla="*/ 926453 w 1108502"/>
              <a:gd name="connsiteY70" fmla="*/ 149629 h 364097"/>
              <a:gd name="connsiteX71" fmla="*/ 894034 w 1108502"/>
              <a:gd name="connsiteY71" fmla="*/ 182048 h 364097"/>
              <a:gd name="connsiteX72" fmla="*/ 926453 w 1108502"/>
              <a:gd name="connsiteY72" fmla="*/ 214468 h 364097"/>
              <a:gd name="connsiteX73" fmla="*/ 958873 w 1108502"/>
              <a:gd name="connsiteY73" fmla="*/ 182048 h 364097"/>
              <a:gd name="connsiteX74" fmla="*/ 926453 w 1108502"/>
              <a:gd name="connsiteY74" fmla="*/ 149629 h 364097"/>
              <a:gd name="connsiteX75" fmla="*/ 1076082 w 1108502"/>
              <a:gd name="connsiteY75" fmla="*/ 149629 h 364097"/>
              <a:gd name="connsiteX76" fmla="*/ 1043663 w 1108502"/>
              <a:gd name="connsiteY76" fmla="*/ 182048 h 364097"/>
              <a:gd name="connsiteX77" fmla="*/ 1076082 w 1108502"/>
              <a:gd name="connsiteY77" fmla="*/ 214468 h 364097"/>
              <a:gd name="connsiteX78" fmla="*/ 1108503 w 1108502"/>
              <a:gd name="connsiteY78" fmla="*/ 182048 h 364097"/>
              <a:gd name="connsiteX79" fmla="*/ 1076082 w 1108502"/>
              <a:gd name="connsiteY79" fmla="*/ 149629 h 364097"/>
              <a:gd name="connsiteX80" fmla="*/ 32420 w 1108502"/>
              <a:gd name="connsiteY80" fmla="*/ 299258 h 364097"/>
              <a:gd name="connsiteX81" fmla="*/ 0 w 1108502"/>
              <a:gd name="connsiteY81" fmla="*/ 331678 h 364097"/>
              <a:gd name="connsiteX82" fmla="*/ 32420 w 1108502"/>
              <a:gd name="connsiteY82" fmla="*/ 364097 h 364097"/>
              <a:gd name="connsiteX83" fmla="*/ 64839 w 1108502"/>
              <a:gd name="connsiteY83" fmla="*/ 331678 h 364097"/>
              <a:gd name="connsiteX84" fmla="*/ 32420 w 1108502"/>
              <a:gd name="connsiteY84" fmla="*/ 299258 h 364097"/>
              <a:gd name="connsiteX85" fmla="*/ 180802 w 1108502"/>
              <a:gd name="connsiteY85" fmla="*/ 299258 h 364097"/>
              <a:gd name="connsiteX86" fmla="*/ 148382 w 1108502"/>
              <a:gd name="connsiteY86" fmla="*/ 331678 h 364097"/>
              <a:gd name="connsiteX87" fmla="*/ 180802 w 1108502"/>
              <a:gd name="connsiteY87" fmla="*/ 364097 h 364097"/>
              <a:gd name="connsiteX88" fmla="*/ 213222 w 1108502"/>
              <a:gd name="connsiteY88" fmla="*/ 331678 h 364097"/>
              <a:gd name="connsiteX89" fmla="*/ 180802 w 1108502"/>
              <a:gd name="connsiteY89" fmla="*/ 299258 h 364097"/>
              <a:gd name="connsiteX90" fmla="*/ 330431 w 1108502"/>
              <a:gd name="connsiteY90" fmla="*/ 299258 h 364097"/>
              <a:gd name="connsiteX91" fmla="*/ 298011 w 1108502"/>
              <a:gd name="connsiteY91" fmla="*/ 331678 h 364097"/>
              <a:gd name="connsiteX92" fmla="*/ 330431 w 1108502"/>
              <a:gd name="connsiteY92" fmla="*/ 364097 h 364097"/>
              <a:gd name="connsiteX93" fmla="*/ 362851 w 1108502"/>
              <a:gd name="connsiteY93" fmla="*/ 331678 h 364097"/>
              <a:gd name="connsiteX94" fmla="*/ 330431 w 1108502"/>
              <a:gd name="connsiteY94" fmla="*/ 299258 h 364097"/>
              <a:gd name="connsiteX95" fmla="*/ 480060 w 1108502"/>
              <a:gd name="connsiteY95" fmla="*/ 299258 h 364097"/>
              <a:gd name="connsiteX96" fmla="*/ 447640 w 1108502"/>
              <a:gd name="connsiteY96" fmla="*/ 331678 h 364097"/>
              <a:gd name="connsiteX97" fmla="*/ 480060 w 1108502"/>
              <a:gd name="connsiteY97" fmla="*/ 364097 h 364097"/>
              <a:gd name="connsiteX98" fmla="*/ 512480 w 1108502"/>
              <a:gd name="connsiteY98" fmla="*/ 331678 h 364097"/>
              <a:gd name="connsiteX99" fmla="*/ 480060 w 1108502"/>
              <a:gd name="connsiteY99" fmla="*/ 299258 h 364097"/>
              <a:gd name="connsiteX100" fmla="*/ 628442 w 1108502"/>
              <a:gd name="connsiteY100" fmla="*/ 299258 h 364097"/>
              <a:gd name="connsiteX101" fmla="*/ 596022 w 1108502"/>
              <a:gd name="connsiteY101" fmla="*/ 331678 h 364097"/>
              <a:gd name="connsiteX102" fmla="*/ 628442 w 1108502"/>
              <a:gd name="connsiteY102" fmla="*/ 364097 h 364097"/>
              <a:gd name="connsiteX103" fmla="*/ 660862 w 1108502"/>
              <a:gd name="connsiteY103" fmla="*/ 331678 h 364097"/>
              <a:gd name="connsiteX104" fmla="*/ 628442 w 1108502"/>
              <a:gd name="connsiteY104" fmla="*/ 299258 h 364097"/>
              <a:gd name="connsiteX105" fmla="*/ 778071 w 1108502"/>
              <a:gd name="connsiteY105" fmla="*/ 299258 h 364097"/>
              <a:gd name="connsiteX106" fmla="*/ 745652 w 1108502"/>
              <a:gd name="connsiteY106" fmla="*/ 331678 h 364097"/>
              <a:gd name="connsiteX107" fmla="*/ 778071 w 1108502"/>
              <a:gd name="connsiteY107" fmla="*/ 364097 h 364097"/>
              <a:gd name="connsiteX108" fmla="*/ 810491 w 1108502"/>
              <a:gd name="connsiteY108" fmla="*/ 331678 h 364097"/>
              <a:gd name="connsiteX109" fmla="*/ 778071 w 1108502"/>
              <a:gd name="connsiteY109" fmla="*/ 299258 h 364097"/>
              <a:gd name="connsiteX110" fmla="*/ 926453 w 1108502"/>
              <a:gd name="connsiteY110" fmla="*/ 299258 h 364097"/>
              <a:gd name="connsiteX111" fmla="*/ 894034 w 1108502"/>
              <a:gd name="connsiteY111" fmla="*/ 331678 h 364097"/>
              <a:gd name="connsiteX112" fmla="*/ 926453 w 1108502"/>
              <a:gd name="connsiteY112" fmla="*/ 364097 h 364097"/>
              <a:gd name="connsiteX113" fmla="*/ 958873 w 1108502"/>
              <a:gd name="connsiteY113" fmla="*/ 331678 h 364097"/>
              <a:gd name="connsiteX114" fmla="*/ 926453 w 1108502"/>
              <a:gd name="connsiteY114" fmla="*/ 299258 h 364097"/>
              <a:gd name="connsiteX115" fmla="*/ 1076082 w 1108502"/>
              <a:gd name="connsiteY115" fmla="*/ 299258 h 364097"/>
              <a:gd name="connsiteX116" fmla="*/ 1043663 w 1108502"/>
              <a:gd name="connsiteY116" fmla="*/ 331678 h 364097"/>
              <a:gd name="connsiteX117" fmla="*/ 1076082 w 1108502"/>
              <a:gd name="connsiteY117" fmla="*/ 364097 h 364097"/>
              <a:gd name="connsiteX118" fmla="*/ 1108503 w 1108502"/>
              <a:gd name="connsiteY118" fmla="*/ 331678 h 364097"/>
              <a:gd name="connsiteX119" fmla="*/ 1076082 w 1108502"/>
              <a:gd name="connsiteY119" fmla="*/ 299258 h 364097"/>
            </a:gdLst>
            <a:ahLst/>
            <a:cxnLst/>
            <a:rect l="l" t="t" r="r" b="b"/>
            <a:pathLst>
              <a:path w="1108502" h="364097">
                <a:moveTo>
                  <a:pt x="64839" y="32419"/>
                </a:moveTo>
                <a:cubicBezTo>
                  <a:pt x="64839" y="49876"/>
                  <a:pt x="49876" y="64839"/>
                  <a:pt x="32420" y="64839"/>
                </a:cubicBezTo>
                <a:cubicBezTo>
                  <a:pt x="14963" y="64839"/>
                  <a:pt x="0" y="49876"/>
                  <a:pt x="0" y="32419"/>
                </a:cubicBezTo>
                <a:cubicBezTo>
                  <a:pt x="0" y="14963"/>
                  <a:pt x="14963" y="0"/>
                  <a:pt x="32420" y="0"/>
                </a:cubicBezTo>
                <a:cubicBezTo>
                  <a:pt x="49876" y="1247"/>
                  <a:pt x="64839" y="14963"/>
                  <a:pt x="64839" y="32419"/>
                </a:cubicBezTo>
                <a:close/>
                <a:moveTo>
                  <a:pt x="180802" y="1247"/>
                </a:moveTo>
                <a:cubicBezTo>
                  <a:pt x="163345" y="1247"/>
                  <a:pt x="148382" y="16210"/>
                  <a:pt x="148382" y="33666"/>
                </a:cubicBezTo>
                <a:cubicBezTo>
                  <a:pt x="148382" y="51123"/>
                  <a:pt x="163345" y="66086"/>
                  <a:pt x="180802" y="66086"/>
                </a:cubicBezTo>
                <a:cubicBezTo>
                  <a:pt x="198258" y="66086"/>
                  <a:pt x="213222" y="51123"/>
                  <a:pt x="213222" y="33666"/>
                </a:cubicBezTo>
                <a:cubicBezTo>
                  <a:pt x="213222" y="14963"/>
                  <a:pt x="199505" y="1247"/>
                  <a:pt x="180802" y="1247"/>
                </a:cubicBezTo>
                <a:close/>
                <a:moveTo>
                  <a:pt x="64839" y="182048"/>
                </a:moveTo>
                <a:cubicBezTo>
                  <a:pt x="64839" y="164592"/>
                  <a:pt x="49876" y="149629"/>
                  <a:pt x="32420" y="149629"/>
                </a:cubicBezTo>
                <a:cubicBezTo>
                  <a:pt x="14963" y="149629"/>
                  <a:pt x="0" y="164592"/>
                  <a:pt x="0" y="182048"/>
                </a:cubicBezTo>
                <a:cubicBezTo>
                  <a:pt x="0" y="199505"/>
                  <a:pt x="14963" y="214468"/>
                  <a:pt x="32420" y="214468"/>
                </a:cubicBezTo>
                <a:cubicBezTo>
                  <a:pt x="49876" y="214468"/>
                  <a:pt x="64839" y="199505"/>
                  <a:pt x="64839" y="182048"/>
                </a:cubicBezTo>
                <a:close/>
                <a:moveTo>
                  <a:pt x="330431" y="1247"/>
                </a:moveTo>
                <a:cubicBezTo>
                  <a:pt x="312974" y="1247"/>
                  <a:pt x="298011" y="16210"/>
                  <a:pt x="298011" y="33666"/>
                </a:cubicBezTo>
                <a:cubicBezTo>
                  <a:pt x="298011" y="51123"/>
                  <a:pt x="312974" y="66086"/>
                  <a:pt x="330431" y="66086"/>
                </a:cubicBezTo>
                <a:cubicBezTo>
                  <a:pt x="347888" y="66086"/>
                  <a:pt x="362851" y="51123"/>
                  <a:pt x="362851" y="33666"/>
                </a:cubicBezTo>
                <a:cubicBezTo>
                  <a:pt x="362851" y="14963"/>
                  <a:pt x="347888" y="1247"/>
                  <a:pt x="330431" y="1247"/>
                </a:cubicBezTo>
                <a:close/>
                <a:moveTo>
                  <a:pt x="480060" y="1247"/>
                </a:moveTo>
                <a:cubicBezTo>
                  <a:pt x="462603" y="1247"/>
                  <a:pt x="447640" y="16210"/>
                  <a:pt x="447640" y="33666"/>
                </a:cubicBezTo>
                <a:cubicBezTo>
                  <a:pt x="447640" y="51123"/>
                  <a:pt x="462603" y="66086"/>
                  <a:pt x="480060" y="66086"/>
                </a:cubicBezTo>
                <a:cubicBezTo>
                  <a:pt x="497517" y="66086"/>
                  <a:pt x="512480" y="51123"/>
                  <a:pt x="512480" y="33666"/>
                </a:cubicBezTo>
                <a:cubicBezTo>
                  <a:pt x="511233" y="14963"/>
                  <a:pt x="497517" y="1247"/>
                  <a:pt x="480060" y="1247"/>
                </a:cubicBezTo>
                <a:close/>
                <a:moveTo>
                  <a:pt x="628442" y="1247"/>
                </a:moveTo>
                <a:cubicBezTo>
                  <a:pt x="610985" y="1247"/>
                  <a:pt x="596022" y="16210"/>
                  <a:pt x="596022" y="33666"/>
                </a:cubicBezTo>
                <a:cubicBezTo>
                  <a:pt x="596022" y="51123"/>
                  <a:pt x="610985" y="66086"/>
                  <a:pt x="628442" y="66086"/>
                </a:cubicBezTo>
                <a:cubicBezTo>
                  <a:pt x="645899" y="66086"/>
                  <a:pt x="660862" y="51123"/>
                  <a:pt x="660862" y="33666"/>
                </a:cubicBezTo>
                <a:cubicBezTo>
                  <a:pt x="660862" y="14963"/>
                  <a:pt x="645899" y="1247"/>
                  <a:pt x="628442" y="1247"/>
                </a:cubicBezTo>
                <a:close/>
                <a:moveTo>
                  <a:pt x="778071" y="1247"/>
                </a:moveTo>
                <a:cubicBezTo>
                  <a:pt x="760615" y="1247"/>
                  <a:pt x="745652" y="16210"/>
                  <a:pt x="745652" y="33666"/>
                </a:cubicBezTo>
                <a:cubicBezTo>
                  <a:pt x="745652" y="51123"/>
                  <a:pt x="760615" y="66086"/>
                  <a:pt x="778071" y="66086"/>
                </a:cubicBezTo>
                <a:cubicBezTo>
                  <a:pt x="795528" y="66086"/>
                  <a:pt x="810491" y="51123"/>
                  <a:pt x="810491" y="33666"/>
                </a:cubicBezTo>
                <a:cubicBezTo>
                  <a:pt x="809244" y="14963"/>
                  <a:pt x="795528" y="1247"/>
                  <a:pt x="778071" y="1247"/>
                </a:cubicBezTo>
                <a:close/>
                <a:moveTo>
                  <a:pt x="926453" y="1247"/>
                </a:moveTo>
                <a:cubicBezTo>
                  <a:pt x="908997" y="1247"/>
                  <a:pt x="894034" y="16210"/>
                  <a:pt x="894034" y="33666"/>
                </a:cubicBezTo>
                <a:cubicBezTo>
                  <a:pt x="894034" y="51123"/>
                  <a:pt x="908997" y="66086"/>
                  <a:pt x="926453" y="66086"/>
                </a:cubicBezTo>
                <a:cubicBezTo>
                  <a:pt x="943910" y="66086"/>
                  <a:pt x="958873" y="51123"/>
                  <a:pt x="958873" y="33666"/>
                </a:cubicBezTo>
                <a:cubicBezTo>
                  <a:pt x="958873" y="14963"/>
                  <a:pt x="943910" y="1247"/>
                  <a:pt x="926453" y="1247"/>
                </a:cubicBezTo>
                <a:close/>
                <a:moveTo>
                  <a:pt x="1076082" y="1247"/>
                </a:moveTo>
                <a:cubicBezTo>
                  <a:pt x="1058626" y="1247"/>
                  <a:pt x="1043663" y="16210"/>
                  <a:pt x="1043663" y="33666"/>
                </a:cubicBezTo>
                <a:cubicBezTo>
                  <a:pt x="1043663" y="51123"/>
                  <a:pt x="1058626" y="66086"/>
                  <a:pt x="1076082" y="66086"/>
                </a:cubicBezTo>
                <a:cubicBezTo>
                  <a:pt x="1093539" y="66086"/>
                  <a:pt x="1108503" y="51123"/>
                  <a:pt x="1108503" y="33666"/>
                </a:cubicBezTo>
                <a:cubicBezTo>
                  <a:pt x="1107255" y="14963"/>
                  <a:pt x="1093539" y="1247"/>
                  <a:pt x="1076082" y="1247"/>
                </a:cubicBezTo>
                <a:close/>
                <a:moveTo>
                  <a:pt x="180802" y="149629"/>
                </a:moveTo>
                <a:cubicBezTo>
                  <a:pt x="163345" y="149629"/>
                  <a:pt x="148382" y="164592"/>
                  <a:pt x="148382" y="182048"/>
                </a:cubicBezTo>
                <a:cubicBezTo>
                  <a:pt x="148382" y="199505"/>
                  <a:pt x="163345" y="214468"/>
                  <a:pt x="180802" y="214468"/>
                </a:cubicBezTo>
                <a:cubicBezTo>
                  <a:pt x="198258" y="214468"/>
                  <a:pt x="213222" y="199505"/>
                  <a:pt x="213222" y="182048"/>
                </a:cubicBezTo>
                <a:cubicBezTo>
                  <a:pt x="213222" y="164592"/>
                  <a:pt x="199505" y="149629"/>
                  <a:pt x="180802" y="149629"/>
                </a:cubicBezTo>
                <a:close/>
                <a:moveTo>
                  <a:pt x="330431" y="149629"/>
                </a:moveTo>
                <a:cubicBezTo>
                  <a:pt x="312974" y="149629"/>
                  <a:pt x="298011" y="164592"/>
                  <a:pt x="298011" y="182048"/>
                </a:cubicBezTo>
                <a:cubicBezTo>
                  <a:pt x="298011" y="199505"/>
                  <a:pt x="312974" y="214468"/>
                  <a:pt x="330431" y="214468"/>
                </a:cubicBezTo>
                <a:cubicBezTo>
                  <a:pt x="347888" y="214468"/>
                  <a:pt x="362851" y="199505"/>
                  <a:pt x="362851" y="182048"/>
                </a:cubicBezTo>
                <a:cubicBezTo>
                  <a:pt x="362851" y="164592"/>
                  <a:pt x="347888" y="149629"/>
                  <a:pt x="330431" y="149629"/>
                </a:cubicBezTo>
                <a:close/>
                <a:moveTo>
                  <a:pt x="480060" y="149629"/>
                </a:moveTo>
                <a:cubicBezTo>
                  <a:pt x="462603" y="149629"/>
                  <a:pt x="447640" y="164592"/>
                  <a:pt x="447640" y="182048"/>
                </a:cubicBezTo>
                <a:cubicBezTo>
                  <a:pt x="447640" y="199505"/>
                  <a:pt x="462603" y="214468"/>
                  <a:pt x="480060" y="214468"/>
                </a:cubicBezTo>
                <a:cubicBezTo>
                  <a:pt x="497517" y="214468"/>
                  <a:pt x="512480" y="199505"/>
                  <a:pt x="512480" y="182048"/>
                </a:cubicBezTo>
                <a:cubicBezTo>
                  <a:pt x="512480" y="164592"/>
                  <a:pt x="497517" y="149629"/>
                  <a:pt x="480060" y="149629"/>
                </a:cubicBezTo>
                <a:close/>
                <a:moveTo>
                  <a:pt x="628442" y="149629"/>
                </a:moveTo>
                <a:cubicBezTo>
                  <a:pt x="610985" y="149629"/>
                  <a:pt x="596022" y="164592"/>
                  <a:pt x="596022" y="182048"/>
                </a:cubicBezTo>
                <a:cubicBezTo>
                  <a:pt x="596022" y="199505"/>
                  <a:pt x="610985" y="214468"/>
                  <a:pt x="628442" y="214468"/>
                </a:cubicBezTo>
                <a:cubicBezTo>
                  <a:pt x="645899" y="214468"/>
                  <a:pt x="660862" y="199505"/>
                  <a:pt x="660862" y="182048"/>
                </a:cubicBezTo>
                <a:cubicBezTo>
                  <a:pt x="660862" y="164592"/>
                  <a:pt x="645899" y="149629"/>
                  <a:pt x="628442" y="149629"/>
                </a:cubicBezTo>
                <a:close/>
                <a:moveTo>
                  <a:pt x="778071" y="149629"/>
                </a:moveTo>
                <a:cubicBezTo>
                  <a:pt x="760615" y="149629"/>
                  <a:pt x="745652" y="164592"/>
                  <a:pt x="745652" y="182048"/>
                </a:cubicBezTo>
                <a:cubicBezTo>
                  <a:pt x="745652" y="199505"/>
                  <a:pt x="760615" y="214468"/>
                  <a:pt x="778071" y="214468"/>
                </a:cubicBezTo>
                <a:cubicBezTo>
                  <a:pt x="795528" y="214468"/>
                  <a:pt x="810491" y="199505"/>
                  <a:pt x="810491" y="182048"/>
                </a:cubicBezTo>
                <a:cubicBezTo>
                  <a:pt x="810491" y="164592"/>
                  <a:pt x="795528" y="149629"/>
                  <a:pt x="778071" y="149629"/>
                </a:cubicBezTo>
                <a:close/>
                <a:moveTo>
                  <a:pt x="926453" y="149629"/>
                </a:moveTo>
                <a:cubicBezTo>
                  <a:pt x="908997" y="149629"/>
                  <a:pt x="894034" y="164592"/>
                  <a:pt x="894034" y="182048"/>
                </a:cubicBezTo>
                <a:cubicBezTo>
                  <a:pt x="894034" y="199505"/>
                  <a:pt x="908997" y="214468"/>
                  <a:pt x="926453" y="214468"/>
                </a:cubicBezTo>
                <a:cubicBezTo>
                  <a:pt x="943910" y="214468"/>
                  <a:pt x="958873" y="199505"/>
                  <a:pt x="958873" y="182048"/>
                </a:cubicBezTo>
                <a:cubicBezTo>
                  <a:pt x="958873" y="164592"/>
                  <a:pt x="943910" y="149629"/>
                  <a:pt x="926453" y="149629"/>
                </a:cubicBezTo>
                <a:close/>
                <a:moveTo>
                  <a:pt x="1076082" y="149629"/>
                </a:moveTo>
                <a:cubicBezTo>
                  <a:pt x="1058626" y="149629"/>
                  <a:pt x="1043663" y="164592"/>
                  <a:pt x="1043663" y="182048"/>
                </a:cubicBezTo>
                <a:cubicBezTo>
                  <a:pt x="1043663" y="199505"/>
                  <a:pt x="1058626" y="214468"/>
                  <a:pt x="1076082" y="214468"/>
                </a:cubicBezTo>
                <a:cubicBezTo>
                  <a:pt x="1093539" y="214468"/>
                  <a:pt x="1108503" y="199505"/>
                  <a:pt x="1108503" y="182048"/>
                </a:cubicBezTo>
                <a:cubicBezTo>
                  <a:pt x="1108503" y="164592"/>
                  <a:pt x="1093539" y="149629"/>
                  <a:pt x="1076082" y="149629"/>
                </a:cubicBezTo>
                <a:close/>
                <a:moveTo>
                  <a:pt x="32420" y="299258"/>
                </a:moveTo>
                <a:cubicBezTo>
                  <a:pt x="14963" y="299258"/>
                  <a:pt x="0" y="314221"/>
                  <a:pt x="0" y="331678"/>
                </a:cubicBezTo>
                <a:cubicBezTo>
                  <a:pt x="0" y="349135"/>
                  <a:pt x="14963" y="364097"/>
                  <a:pt x="32420" y="364097"/>
                </a:cubicBezTo>
                <a:cubicBezTo>
                  <a:pt x="49876" y="364097"/>
                  <a:pt x="64839" y="349135"/>
                  <a:pt x="64839" y="331678"/>
                </a:cubicBezTo>
                <a:cubicBezTo>
                  <a:pt x="64839" y="314221"/>
                  <a:pt x="49876" y="299258"/>
                  <a:pt x="32420" y="299258"/>
                </a:cubicBezTo>
                <a:close/>
                <a:moveTo>
                  <a:pt x="180802" y="299258"/>
                </a:moveTo>
                <a:cubicBezTo>
                  <a:pt x="163345" y="299258"/>
                  <a:pt x="148382" y="314221"/>
                  <a:pt x="148382" y="331678"/>
                </a:cubicBezTo>
                <a:cubicBezTo>
                  <a:pt x="148382" y="349135"/>
                  <a:pt x="163345" y="364097"/>
                  <a:pt x="180802" y="364097"/>
                </a:cubicBezTo>
                <a:cubicBezTo>
                  <a:pt x="198258" y="364097"/>
                  <a:pt x="213222" y="349135"/>
                  <a:pt x="213222" y="331678"/>
                </a:cubicBezTo>
                <a:cubicBezTo>
                  <a:pt x="213222" y="314221"/>
                  <a:pt x="199505" y="299258"/>
                  <a:pt x="180802" y="299258"/>
                </a:cubicBezTo>
                <a:close/>
                <a:moveTo>
                  <a:pt x="330431" y="299258"/>
                </a:moveTo>
                <a:cubicBezTo>
                  <a:pt x="312974" y="299258"/>
                  <a:pt x="298011" y="314221"/>
                  <a:pt x="298011" y="331678"/>
                </a:cubicBezTo>
                <a:cubicBezTo>
                  <a:pt x="298011" y="349135"/>
                  <a:pt x="312974" y="364097"/>
                  <a:pt x="330431" y="364097"/>
                </a:cubicBezTo>
                <a:cubicBezTo>
                  <a:pt x="347888" y="364097"/>
                  <a:pt x="362851" y="349135"/>
                  <a:pt x="362851" y="331678"/>
                </a:cubicBezTo>
                <a:cubicBezTo>
                  <a:pt x="362851" y="314221"/>
                  <a:pt x="347888" y="299258"/>
                  <a:pt x="330431" y="299258"/>
                </a:cubicBezTo>
                <a:close/>
                <a:moveTo>
                  <a:pt x="480060" y="299258"/>
                </a:moveTo>
                <a:cubicBezTo>
                  <a:pt x="462603" y="299258"/>
                  <a:pt x="447640" y="314221"/>
                  <a:pt x="447640" y="331678"/>
                </a:cubicBezTo>
                <a:cubicBezTo>
                  <a:pt x="447640" y="349135"/>
                  <a:pt x="462603" y="364097"/>
                  <a:pt x="480060" y="364097"/>
                </a:cubicBezTo>
                <a:cubicBezTo>
                  <a:pt x="497517" y="364097"/>
                  <a:pt x="512480" y="349135"/>
                  <a:pt x="512480" y="331678"/>
                </a:cubicBezTo>
                <a:cubicBezTo>
                  <a:pt x="512480" y="314221"/>
                  <a:pt x="497517" y="299258"/>
                  <a:pt x="480060" y="299258"/>
                </a:cubicBezTo>
                <a:close/>
                <a:moveTo>
                  <a:pt x="628442" y="299258"/>
                </a:moveTo>
                <a:cubicBezTo>
                  <a:pt x="610985" y="299258"/>
                  <a:pt x="596022" y="314221"/>
                  <a:pt x="596022" y="331678"/>
                </a:cubicBezTo>
                <a:cubicBezTo>
                  <a:pt x="596022" y="349135"/>
                  <a:pt x="610985" y="364097"/>
                  <a:pt x="628442" y="364097"/>
                </a:cubicBezTo>
                <a:cubicBezTo>
                  <a:pt x="645899" y="364097"/>
                  <a:pt x="660862" y="349135"/>
                  <a:pt x="660862" y="331678"/>
                </a:cubicBezTo>
                <a:cubicBezTo>
                  <a:pt x="660862" y="314221"/>
                  <a:pt x="645899" y="299258"/>
                  <a:pt x="628442" y="299258"/>
                </a:cubicBezTo>
                <a:close/>
                <a:moveTo>
                  <a:pt x="778071" y="299258"/>
                </a:moveTo>
                <a:cubicBezTo>
                  <a:pt x="760615" y="299258"/>
                  <a:pt x="745652" y="314221"/>
                  <a:pt x="745652" y="331678"/>
                </a:cubicBezTo>
                <a:cubicBezTo>
                  <a:pt x="745652" y="349135"/>
                  <a:pt x="760615" y="364097"/>
                  <a:pt x="778071" y="364097"/>
                </a:cubicBezTo>
                <a:cubicBezTo>
                  <a:pt x="795528" y="364097"/>
                  <a:pt x="810491" y="349135"/>
                  <a:pt x="810491" y="331678"/>
                </a:cubicBezTo>
                <a:cubicBezTo>
                  <a:pt x="810491" y="314221"/>
                  <a:pt x="795528" y="299258"/>
                  <a:pt x="778071" y="299258"/>
                </a:cubicBezTo>
                <a:close/>
                <a:moveTo>
                  <a:pt x="926453" y="299258"/>
                </a:moveTo>
                <a:cubicBezTo>
                  <a:pt x="908997" y="299258"/>
                  <a:pt x="894034" y="314221"/>
                  <a:pt x="894034" y="331678"/>
                </a:cubicBezTo>
                <a:cubicBezTo>
                  <a:pt x="894034" y="349135"/>
                  <a:pt x="908997" y="364097"/>
                  <a:pt x="926453" y="364097"/>
                </a:cubicBezTo>
                <a:cubicBezTo>
                  <a:pt x="943910" y="364097"/>
                  <a:pt x="958873" y="349135"/>
                  <a:pt x="958873" y="331678"/>
                </a:cubicBezTo>
                <a:cubicBezTo>
                  <a:pt x="958873" y="314221"/>
                  <a:pt x="943910" y="299258"/>
                  <a:pt x="926453" y="299258"/>
                </a:cubicBezTo>
                <a:close/>
                <a:moveTo>
                  <a:pt x="1076082" y="299258"/>
                </a:moveTo>
                <a:cubicBezTo>
                  <a:pt x="1058626" y="299258"/>
                  <a:pt x="1043663" y="314221"/>
                  <a:pt x="1043663" y="331678"/>
                </a:cubicBezTo>
                <a:cubicBezTo>
                  <a:pt x="1043663" y="349135"/>
                  <a:pt x="1058626" y="364097"/>
                  <a:pt x="1076082" y="364097"/>
                </a:cubicBezTo>
                <a:cubicBezTo>
                  <a:pt x="1093539" y="364097"/>
                  <a:pt x="1108503" y="349135"/>
                  <a:pt x="1108503" y="331678"/>
                </a:cubicBezTo>
                <a:cubicBezTo>
                  <a:pt x="1108503" y="314221"/>
                  <a:pt x="1093539" y="299258"/>
                  <a:pt x="1076082" y="299258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0"/>
          </a:gradFill>
          <a:ln w="12468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089E5B57-CB3A-E197-D5F6-49E5A6E3E2BB}"/>
              </a:ext>
            </a:extLst>
          </p:cNvPr>
          <p:cNvSpPr txBox="1"/>
          <p:nvPr/>
        </p:nvSpPr>
        <p:spPr>
          <a:xfrm flipH="1">
            <a:off x="9995058" y="5639841"/>
            <a:ext cx="1672266" cy="549270"/>
          </a:xfrm>
          <a:custGeom>
            <a:avLst/>
            <a:gdLst>
              <a:gd name="connsiteX0" fmla="*/ 64839 w 1108502"/>
              <a:gd name="connsiteY0" fmla="*/ 32419 h 364097"/>
              <a:gd name="connsiteX1" fmla="*/ 32420 w 1108502"/>
              <a:gd name="connsiteY1" fmla="*/ 64839 h 364097"/>
              <a:gd name="connsiteX2" fmla="*/ 0 w 1108502"/>
              <a:gd name="connsiteY2" fmla="*/ 32419 h 364097"/>
              <a:gd name="connsiteX3" fmla="*/ 32420 w 1108502"/>
              <a:gd name="connsiteY3" fmla="*/ 0 h 364097"/>
              <a:gd name="connsiteX4" fmla="*/ 64839 w 1108502"/>
              <a:gd name="connsiteY4" fmla="*/ 32419 h 364097"/>
              <a:gd name="connsiteX5" fmla="*/ 180802 w 1108502"/>
              <a:gd name="connsiteY5" fmla="*/ 1247 h 364097"/>
              <a:gd name="connsiteX6" fmla="*/ 148382 w 1108502"/>
              <a:gd name="connsiteY6" fmla="*/ 33666 h 364097"/>
              <a:gd name="connsiteX7" fmla="*/ 180802 w 1108502"/>
              <a:gd name="connsiteY7" fmla="*/ 66086 h 364097"/>
              <a:gd name="connsiteX8" fmla="*/ 213222 w 1108502"/>
              <a:gd name="connsiteY8" fmla="*/ 33666 h 364097"/>
              <a:gd name="connsiteX9" fmla="*/ 180802 w 1108502"/>
              <a:gd name="connsiteY9" fmla="*/ 1247 h 364097"/>
              <a:gd name="connsiteX10" fmla="*/ 64839 w 1108502"/>
              <a:gd name="connsiteY10" fmla="*/ 182048 h 364097"/>
              <a:gd name="connsiteX11" fmla="*/ 32420 w 1108502"/>
              <a:gd name="connsiteY11" fmla="*/ 149629 h 364097"/>
              <a:gd name="connsiteX12" fmla="*/ 0 w 1108502"/>
              <a:gd name="connsiteY12" fmla="*/ 182048 h 364097"/>
              <a:gd name="connsiteX13" fmla="*/ 32420 w 1108502"/>
              <a:gd name="connsiteY13" fmla="*/ 214468 h 364097"/>
              <a:gd name="connsiteX14" fmla="*/ 64839 w 1108502"/>
              <a:gd name="connsiteY14" fmla="*/ 182048 h 364097"/>
              <a:gd name="connsiteX15" fmla="*/ 330431 w 1108502"/>
              <a:gd name="connsiteY15" fmla="*/ 1247 h 364097"/>
              <a:gd name="connsiteX16" fmla="*/ 298011 w 1108502"/>
              <a:gd name="connsiteY16" fmla="*/ 33666 h 364097"/>
              <a:gd name="connsiteX17" fmla="*/ 330431 w 1108502"/>
              <a:gd name="connsiteY17" fmla="*/ 66086 h 364097"/>
              <a:gd name="connsiteX18" fmla="*/ 362851 w 1108502"/>
              <a:gd name="connsiteY18" fmla="*/ 33666 h 364097"/>
              <a:gd name="connsiteX19" fmla="*/ 330431 w 1108502"/>
              <a:gd name="connsiteY19" fmla="*/ 1247 h 364097"/>
              <a:gd name="connsiteX20" fmla="*/ 480060 w 1108502"/>
              <a:gd name="connsiteY20" fmla="*/ 1247 h 364097"/>
              <a:gd name="connsiteX21" fmla="*/ 447640 w 1108502"/>
              <a:gd name="connsiteY21" fmla="*/ 33666 h 364097"/>
              <a:gd name="connsiteX22" fmla="*/ 480060 w 1108502"/>
              <a:gd name="connsiteY22" fmla="*/ 66086 h 364097"/>
              <a:gd name="connsiteX23" fmla="*/ 512480 w 1108502"/>
              <a:gd name="connsiteY23" fmla="*/ 33666 h 364097"/>
              <a:gd name="connsiteX24" fmla="*/ 480060 w 1108502"/>
              <a:gd name="connsiteY24" fmla="*/ 1247 h 364097"/>
              <a:gd name="connsiteX25" fmla="*/ 628442 w 1108502"/>
              <a:gd name="connsiteY25" fmla="*/ 1247 h 364097"/>
              <a:gd name="connsiteX26" fmla="*/ 596022 w 1108502"/>
              <a:gd name="connsiteY26" fmla="*/ 33666 h 364097"/>
              <a:gd name="connsiteX27" fmla="*/ 628442 w 1108502"/>
              <a:gd name="connsiteY27" fmla="*/ 66086 h 364097"/>
              <a:gd name="connsiteX28" fmla="*/ 660862 w 1108502"/>
              <a:gd name="connsiteY28" fmla="*/ 33666 h 364097"/>
              <a:gd name="connsiteX29" fmla="*/ 628442 w 1108502"/>
              <a:gd name="connsiteY29" fmla="*/ 1247 h 364097"/>
              <a:gd name="connsiteX30" fmla="*/ 778071 w 1108502"/>
              <a:gd name="connsiteY30" fmla="*/ 1247 h 364097"/>
              <a:gd name="connsiteX31" fmla="*/ 745652 w 1108502"/>
              <a:gd name="connsiteY31" fmla="*/ 33666 h 364097"/>
              <a:gd name="connsiteX32" fmla="*/ 778071 w 1108502"/>
              <a:gd name="connsiteY32" fmla="*/ 66086 h 364097"/>
              <a:gd name="connsiteX33" fmla="*/ 810491 w 1108502"/>
              <a:gd name="connsiteY33" fmla="*/ 33666 h 364097"/>
              <a:gd name="connsiteX34" fmla="*/ 778071 w 1108502"/>
              <a:gd name="connsiteY34" fmla="*/ 1247 h 364097"/>
              <a:gd name="connsiteX35" fmla="*/ 926453 w 1108502"/>
              <a:gd name="connsiteY35" fmla="*/ 1247 h 364097"/>
              <a:gd name="connsiteX36" fmla="*/ 894034 w 1108502"/>
              <a:gd name="connsiteY36" fmla="*/ 33666 h 364097"/>
              <a:gd name="connsiteX37" fmla="*/ 926453 w 1108502"/>
              <a:gd name="connsiteY37" fmla="*/ 66086 h 364097"/>
              <a:gd name="connsiteX38" fmla="*/ 958873 w 1108502"/>
              <a:gd name="connsiteY38" fmla="*/ 33666 h 364097"/>
              <a:gd name="connsiteX39" fmla="*/ 926453 w 1108502"/>
              <a:gd name="connsiteY39" fmla="*/ 1247 h 364097"/>
              <a:gd name="connsiteX40" fmla="*/ 1076082 w 1108502"/>
              <a:gd name="connsiteY40" fmla="*/ 1247 h 364097"/>
              <a:gd name="connsiteX41" fmla="*/ 1043663 w 1108502"/>
              <a:gd name="connsiteY41" fmla="*/ 33666 h 364097"/>
              <a:gd name="connsiteX42" fmla="*/ 1076082 w 1108502"/>
              <a:gd name="connsiteY42" fmla="*/ 66086 h 364097"/>
              <a:gd name="connsiteX43" fmla="*/ 1108503 w 1108502"/>
              <a:gd name="connsiteY43" fmla="*/ 33666 h 364097"/>
              <a:gd name="connsiteX44" fmla="*/ 1076082 w 1108502"/>
              <a:gd name="connsiteY44" fmla="*/ 1247 h 364097"/>
              <a:gd name="connsiteX45" fmla="*/ 180802 w 1108502"/>
              <a:gd name="connsiteY45" fmla="*/ 149629 h 364097"/>
              <a:gd name="connsiteX46" fmla="*/ 148382 w 1108502"/>
              <a:gd name="connsiteY46" fmla="*/ 182048 h 364097"/>
              <a:gd name="connsiteX47" fmla="*/ 180802 w 1108502"/>
              <a:gd name="connsiteY47" fmla="*/ 214468 h 364097"/>
              <a:gd name="connsiteX48" fmla="*/ 213222 w 1108502"/>
              <a:gd name="connsiteY48" fmla="*/ 182048 h 364097"/>
              <a:gd name="connsiteX49" fmla="*/ 180802 w 1108502"/>
              <a:gd name="connsiteY49" fmla="*/ 149629 h 364097"/>
              <a:gd name="connsiteX50" fmla="*/ 330431 w 1108502"/>
              <a:gd name="connsiteY50" fmla="*/ 149629 h 364097"/>
              <a:gd name="connsiteX51" fmla="*/ 298011 w 1108502"/>
              <a:gd name="connsiteY51" fmla="*/ 182048 h 364097"/>
              <a:gd name="connsiteX52" fmla="*/ 330431 w 1108502"/>
              <a:gd name="connsiteY52" fmla="*/ 214468 h 364097"/>
              <a:gd name="connsiteX53" fmla="*/ 362851 w 1108502"/>
              <a:gd name="connsiteY53" fmla="*/ 182048 h 364097"/>
              <a:gd name="connsiteX54" fmla="*/ 330431 w 1108502"/>
              <a:gd name="connsiteY54" fmla="*/ 149629 h 364097"/>
              <a:gd name="connsiteX55" fmla="*/ 480060 w 1108502"/>
              <a:gd name="connsiteY55" fmla="*/ 149629 h 364097"/>
              <a:gd name="connsiteX56" fmla="*/ 447640 w 1108502"/>
              <a:gd name="connsiteY56" fmla="*/ 182048 h 364097"/>
              <a:gd name="connsiteX57" fmla="*/ 480060 w 1108502"/>
              <a:gd name="connsiteY57" fmla="*/ 214468 h 364097"/>
              <a:gd name="connsiteX58" fmla="*/ 512480 w 1108502"/>
              <a:gd name="connsiteY58" fmla="*/ 182048 h 364097"/>
              <a:gd name="connsiteX59" fmla="*/ 480060 w 1108502"/>
              <a:gd name="connsiteY59" fmla="*/ 149629 h 364097"/>
              <a:gd name="connsiteX60" fmla="*/ 628442 w 1108502"/>
              <a:gd name="connsiteY60" fmla="*/ 149629 h 364097"/>
              <a:gd name="connsiteX61" fmla="*/ 596022 w 1108502"/>
              <a:gd name="connsiteY61" fmla="*/ 182048 h 364097"/>
              <a:gd name="connsiteX62" fmla="*/ 628442 w 1108502"/>
              <a:gd name="connsiteY62" fmla="*/ 214468 h 364097"/>
              <a:gd name="connsiteX63" fmla="*/ 660862 w 1108502"/>
              <a:gd name="connsiteY63" fmla="*/ 182048 h 364097"/>
              <a:gd name="connsiteX64" fmla="*/ 628442 w 1108502"/>
              <a:gd name="connsiteY64" fmla="*/ 149629 h 364097"/>
              <a:gd name="connsiteX65" fmla="*/ 778071 w 1108502"/>
              <a:gd name="connsiteY65" fmla="*/ 149629 h 364097"/>
              <a:gd name="connsiteX66" fmla="*/ 745652 w 1108502"/>
              <a:gd name="connsiteY66" fmla="*/ 182048 h 364097"/>
              <a:gd name="connsiteX67" fmla="*/ 778071 w 1108502"/>
              <a:gd name="connsiteY67" fmla="*/ 214468 h 364097"/>
              <a:gd name="connsiteX68" fmla="*/ 810491 w 1108502"/>
              <a:gd name="connsiteY68" fmla="*/ 182048 h 364097"/>
              <a:gd name="connsiteX69" fmla="*/ 778071 w 1108502"/>
              <a:gd name="connsiteY69" fmla="*/ 149629 h 364097"/>
              <a:gd name="connsiteX70" fmla="*/ 926453 w 1108502"/>
              <a:gd name="connsiteY70" fmla="*/ 149629 h 364097"/>
              <a:gd name="connsiteX71" fmla="*/ 894034 w 1108502"/>
              <a:gd name="connsiteY71" fmla="*/ 182048 h 364097"/>
              <a:gd name="connsiteX72" fmla="*/ 926453 w 1108502"/>
              <a:gd name="connsiteY72" fmla="*/ 214468 h 364097"/>
              <a:gd name="connsiteX73" fmla="*/ 958873 w 1108502"/>
              <a:gd name="connsiteY73" fmla="*/ 182048 h 364097"/>
              <a:gd name="connsiteX74" fmla="*/ 926453 w 1108502"/>
              <a:gd name="connsiteY74" fmla="*/ 149629 h 364097"/>
              <a:gd name="connsiteX75" fmla="*/ 1076082 w 1108502"/>
              <a:gd name="connsiteY75" fmla="*/ 149629 h 364097"/>
              <a:gd name="connsiteX76" fmla="*/ 1043663 w 1108502"/>
              <a:gd name="connsiteY76" fmla="*/ 182048 h 364097"/>
              <a:gd name="connsiteX77" fmla="*/ 1076082 w 1108502"/>
              <a:gd name="connsiteY77" fmla="*/ 214468 h 364097"/>
              <a:gd name="connsiteX78" fmla="*/ 1108503 w 1108502"/>
              <a:gd name="connsiteY78" fmla="*/ 182048 h 364097"/>
              <a:gd name="connsiteX79" fmla="*/ 1076082 w 1108502"/>
              <a:gd name="connsiteY79" fmla="*/ 149629 h 364097"/>
              <a:gd name="connsiteX80" fmla="*/ 32420 w 1108502"/>
              <a:gd name="connsiteY80" fmla="*/ 299258 h 364097"/>
              <a:gd name="connsiteX81" fmla="*/ 0 w 1108502"/>
              <a:gd name="connsiteY81" fmla="*/ 331678 h 364097"/>
              <a:gd name="connsiteX82" fmla="*/ 32420 w 1108502"/>
              <a:gd name="connsiteY82" fmla="*/ 364097 h 364097"/>
              <a:gd name="connsiteX83" fmla="*/ 64839 w 1108502"/>
              <a:gd name="connsiteY83" fmla="*/ 331678 h 364097"/>
              <a:gd name="connsiteX84" fmla="*/ 32420 w 1108502"/>
              <a:gd name="connsiteY84" fmla="*/ 299258 h 364097"/>
              <a:gd name="connsiteX85" fmla="*/ 180802 w 1108502"/>
              <a:gd name="connsiteY85" fmla="*/ 299258 h 364097"/>
              <a:gd name="connsiteX86" fmla="*/ 148382 w 1108502"/>
              <a:gd name="connsiteY86" fmla="*/ 331678 h 364097"/>
              <a:gd name="connsiteX87" fmla="*/ 180802 w 1108502"/>
              <a:gd name="connsiteY87" fmla="*/ 364097 h 364097"/>
              <a:gd name="connsiteX88" fmla="*/ 213222 w 1108502"/>
              <a:gd name="connsiteY88" fmla="*/ 331678 h 364097"/>
              <a:gd name="connsiteX89" fmla="*/ 180802 w 1108502"/>
              <a:gd name="connsiteY89" fmla="*/ 299258 h 364097"/>
              <a:gd name="connsiteX90" fmla="*/ 330431 w 1108502"/>
              <a:gd name="connsiteY90" fmla="*/ 299258 h 364097"/>
              <a:gd name="connsiteX91" fmla="*/ 298011 w 1108502"/>
              <a:gd name="connsiteY91" fmla="*/ 331678 h 364097"/>
              <a:gd name="connsiteX92" fmla="*/ 330431 w 1108502"/>
              <a:gd name="connsiteY92" fmla="*/ 364097 h 364097"/>
              <a:gd name="connsiteX93" fmla="*/ 362851 w 1108502"/>
              <a:gd name="connsiteY93" fmla="*/ 331678 h 364097"/>
              <a:gd name="connsiteX94" fmla="*/ 330431 w 1108502"/>
              <a:gd name="connsiteY94" fmla="*/ 299258 h 364097"/>
              <a:gd name="connsiteX95" fmla="*/ 480060 w 1108502"/>
              <a:gd name="connsiteY95" fmla="*/ 299258 h 364097"/>
              <a:gd name="connsiteX96" fmla="*/ 447640 w 1108502"/>
              <a:gd name="connsiteY96" fmla="*/ 331678 h 364097"/>
              <a:gd name="connsiteX97" fmla="*/ 480060 w 1108502"/>
              <a:gd name="connsiteY97" fmla="*/ 364097 h 364097"/>
              <a:gd name="connsiteX98" fmla="*/ 512480 w 1108502"/>
              <a:gd name="connsiteY98" fmla="*/ 331678 h 364097"/>
              <a:gd name="connsiteX99" fmla="*/ 480060 w 1108502"/>
              <a:gd name="connsiteY99" fmla="*/ 299258 h 364097"/>
              <a:gd name="connsiteX100" fmla="*/ 628442 w 1108502"/>
              <a:gd name="connsiteY100" fmla="*/ 299258 h 364097"/>
              <a:gd name="connsiteX101" fmla="*/ 596022 w 1108502"/>
              <a:gd name="connsiteY101" fmla="*/ 331678 h 364097"/>
              <a:gd name="connsiteX102" fmla="*/ 628442 w 1108502"/>
              <a:gd name="connsiteY102" fmla="*/ 364097 h 364097"/>
              <a:gd name="connsiteX103" fmla="*/ 660862 w 1108502"/>
              <a:gd name="connsiteY103" fmla="*/ 331678 h 364097"/>
              <a:gd name="connsiteX104" fmla="*/ 628442 w 1108502"/>
              <a:gd name="connsiteY104" fmla="*/ 299258 h 364097"/>
              <a:gd name="connsiteX105" fmla="*/ 778071 w 1108502"/>
              <a:gd name="connsiteY105" fmla="*/ 299258 h 364097"/>
              <a:gd name="connsiteX106" fmla="*/ 745652 w 1108502"/>
              <a:gd name="connsiteY106" fmla="*/ 331678 h 364097"/>
              <a:gd name="connsiteX107" fmla="*/ 778071 w 1108502"/>
              <a:gd name="connsiteY107" fmla="*/ 364097 h 364097"/>
              <a:gd name="connsiteX108" fmla="*/ 810491 w 1108502"/>
              <a:gd name="connsiteY108" fmla="*/ 331678 h 364097"/>
              <a:gd name="connsiteX109" fmla="*/ 778071 w 1108502"/>
              <a:gd name="connsiteY109" fmla="*/ 299258 h 364097"/>
              <a:gd name="connsiteX110" fmla="*/ 926453 w 1108502"/>
              <a:gd name="connsiteY110" fmla="*/ 299258 h 364097"/>
              <a:gd name="connsiteX111" fmla="*/ 894034 w 1108502"/>
              <a:gd name="connsiteY111" fmla="*/ 331678 h 364097"/>
              <a:gd name="connsiteX112" fmla="*/ 926453 w 1108502"/>
              <a:gd name="connsiteY112" fmla="*/ 364097 h 364097"/>
              <a:gd name="connsiteX113" fmla="*/ 958873 w 1108502"/>
              <a:gd name="connsiteY113" fmla="*/ 331678 h 364097"/>
              <a:gd name="connsiteX114" fmla="*/ 926453 w 1108502"/>
              <a:gd name="connsiteY114" fmla="*/ 299258 h 364097"/>
              <a:gd name="connsiteX115" fmla="*/ 1076082 w 1108502"/>
              <a:gd name="connsiteY115" fmla="*/ 299258 h 364097"/>
              <a:gd name="connsiteX116" fmla="*/ 1043663 w 1108502"/>
              <a:gd name="connsiteY116" fmla="*/ 331678 h 364097"/>
              <a:gd name="connsiteX117" fmla="*/ 1076082 w 1108502"/>
              <a:gd name="connsiteY117" fmla="*/ 364097 h 364097"/>
              <a:gd name="connsiteX118" fmla="*/ 1108503 w 1108502"/>
              <a:gd name="connsiteY118" fmla="*/ 331678 h 364097"/>
              <a:gd name="connsiteX119" fmla="*/ 1076082 w 1108502"/>
              <a:gd name="connsiteY119" fmla="*/ 299258 h 364097"/>
            </a:gdLst>
            <a:ahLst/>
            <a:cxnLst/>
            <a:rect l="l" t="t" r="r" b="b"/>
            <a:pathLst>
              <a:path w="1108502" h="364097">
                <a:moveTo>
                  <a:pt x="64839" y="32419"/>
                </a:moveTo>
                <a:cubicBezTo>
                  <a:pt x="64839" y="49876"/>
                  <a:pt x="49876" y="64839"/>
                  <a:pt x="32420" y="64839"/>
                </a:cubicBezTo>
                <a:cubicBezTo>
                  <a:pt x="14963" y="64839"/>
                  <a:pt x="0" y="49876"/>
                  <a:pt x="0" y="32419"/>
                </a:cubicBezTo>
                <a:cubicBezTo>
                  <a:pt x="0" y="14963"/>
                  <a:pt x="14963" y="0"/>
                  <a:pt x="32420" y="0"/>
                </a:cubicBezTo>
                <a:cubicBezTo>
                  <a:pt x="49876" y="1247"/>
                  <a:pt x="64839" y="14963"/>
                  <a:pt x="64839" y="32419"/>
                </a:cubicBezTo>
                <a:close/>
                <a:moveTo>
                  <a:pt x="180802" y="1247"/>
                </a:moveTo>
                <a:cubicBezTo>
                  <a:pt x="163345" y="1247"/>
                  <a:pt x="148382" y="16210"/>
                  <a:pt x="148382" y="33666"/>
                </a:cubicBezTo>
                <a:cubicBezTo>
                  <a:pt x="148382" y="51123"/>
                  <a:pt x="163345" y="66086"/>
                  <a:pt x="180802" y="66086"/>
                </a:cubicBezTo>
                <a:cubicBezTo>
                  <a:pt x="198258" y="66086"/>
                  <a:pt x="213222" y="51123"/>
                  <a:pt x="213222" y="33666"/>
                </a:cubicBezTo>
                <a:cubicBezTo>
                  <a:pt x="213222" y="14963"/>
                  <a:pt x="199505" y="1247"/>
                  <a:pt x="180802" y="1247"/>
                </a:cubicBezTo>
                <a:close/>
                <a:moveTo>
                  <a:pt x="64839" y="182048"/>
                </a:moveTo>
                <a:cubicBezTo>
                  <a:pt x="64839" y="164592"/>
                  <a:pt x="49876" y="149629"/>
                  <a:pt x="32420" y="149629"/>
                </a:cubicBezTo>
                <a:cubicBezTo>
                  <a:pt x="14963" y="149629"/>
                  <a:pt x="0" y="164592"/>
                  <a:pt x="0" y="182048"/>
                </a:cubicBezTo>
                <a:cubicBezTo>
                  <a:pt x="0" y="199505"/>
                  <a:pt x="14963" y="214468"/>
                  <a:pt x="32420" y="214468"/>
                </a:cubicBezTo>
                <a:cubicBezTo>
                  <a:pt x="49876" y="214468"/>
                  <a:pt x="64839" y="199505"/>
                  <a:pt x="64839" y="182048"/>
                </a:cubicBezTo>
                <a:close/>
                <a:moveTo>
                  <a:pt x="330431" y="1247"/>
                </a:moveTo>
                <a:cubicBezTo>
                  <a:pt x="312974" y="1247"/>
                  <a:pt x="298011" y="16210"/>
                  <a:pt x="298011" y="33666"/>
                </a:cubicBezTo>
                <a:cubicBezTo>
                  <a:pt x="298011" y="51123"/>
                  <a:pt x="312974" y="66086"/>
                  <a:pt x="330431" y="66086"/>
                </a:cubicBezTo>
                <a:cubicBezTo>
                  <a:pt x="347888" y="66086"/>
                  <a:pt x="362851" y="51123"/>
                  <a:pt x="362851" y="33666"/>
                </a:cubicBezTo>
                <a:cubicBezTo>
                  <a:pt x="362851" y="14963"/>
                  <a:pt x="347888" y="1247"/>
                  <a:pt x="330431" y="1247"/>
                </a:cubicBezTo>
                <a:close/>
                <a:moveTo>
                  <a:pt x="480060" y="1247"/>
                </a:moveTo>
                <a:cubicBezTo>
                  <a:pt x="462603" y="1247"/>
                  <a:pt x="447640" y="16210"/>
                  <a:pt x="447640" y="33666"/>
                </a:cubicBezTo>
                <a:cubicBezTo>
                  <a:pt x="447640" y="51123"/>
                  <a:pt x="462603" y="66086"/>
                  <a:pt x="480060" y="66086"/>
                </a:cubicBezTo>
                <a:cubicBezTo>
                  <a:pt x="497517" y="66086"/>
                  <a:pt x="512480" y="51123"/>
                  <a:pt x="512480" y="33666"/>
                </a:cubicBezTo>
                <a:cubicBezTo>
                  <a:pt x="511233" y="14963"/>
                  <a:pt x="497517" y="1247"/>
                  <a:pt x="480060" y="1247"/>
                </a:cubicBezTo>
                <a:close/>
                <a:moveTo>
                  <a:pt x="628442" y="1247"/>
                </a:moveTo>
                <a:cubicBezTo>
                  <a:pt x="610985" y="1247"/>
                  <a:pt x="596022" y="16210"/>
                  <a:pt x="596022" y="33666"/>
                </a:cubicBezTo>
                <a:cubicBezTo>
                  <a:pt x="596022" y="51123"/>
                  <a:pt x="610985" y="66086"/>
                  <a:pt x="628442" y="66086"/>
                </a:cubicBezTo>
                <a:cubicBezTo>
                  <a:pt x="645899" y="66086"/>
                  <a:pt x="660862" y="51123"/>
                  <a:pt x="660862" y="33666"/>
                </a:cubicBezTo>
                <a:cubicBezTo>
                  <a:pt x="660862" y="14963"/>
                  <a:pt x="645899" y="1247"/>
                  <a:pt x="628442" y="1247"/>
                </a:cubicBezTo>
                <a:close/>
                <a:moveTo>
                  <a:pt x="778071" y="1247"/>
                </a:moveTo>
                <a:cubicBezTo>
                  <a:pt x="760615" y="1247"/>
                  <a:pt x="745652" y="16210"/>
                  <a:pt x="745652" y="33666"/>
                </a:cubicBezTo>
                <a:cubicBezTo>
                  <a:pt x="745652" y="51123"/>
                  <a:pt x="760615" y="66086"/>
                  <a:pt x="778071" y="66086"/>
                </a:cubicBezTo>
                <a:cubicBezTo>
                  <a:pt x="795528" y="66086"/>
                  <a:pt x="810491" y="51123"/>
                  <a:pt x="810491" y="33666"/>
                </a:cubicBezTo>
                <a:cubicBezTo>
                  <a:pt x="809244" y="14963"/>
                  <a:pt x="795528" y="1247"/>
                  <a:pt x="778071" y="1247"/>
                </a:cubicBezTo>
                <a:close/>
                <a:moveTo>
                  <a:pt x="926453" y="1247"/>
                </a:moveTo>
                <a:cubicBezTo>
                  <a:pt x="908997" y="1247"/>
                  <a:pt x="894034" y="16210"/>
                  <a:pt x="894034" y="33666"/>
                </a:cubicBezTo>
                <a:cubicBezTo>
                  <a:pt x="894034" y="51123"/>
                  <a:pt x="908997" y="66086"/>
                  <a:pt x="926453" y="66086"/>
                </a:cubicBezTo>
                <a:cubicBezTo>
                  <a:pt x="943910" y="66086"/>
                  <a:pt x="958873" y="51123"/>
                  <a:pt x="958873" y="33666"/>
                </a:cubicBezTo>
                <a:cubicBezTo>
                  <a:pt x="958873" y="14963"/>
                  <a:pt x="943910" y="1247"/>
                  <a:pt x="926453" y="1247"/>
                </a:cubicBezTo>
                <a:close/>
                <a:moveTo>
                  <a:pt x="1076082" y="1247"/>
                </a:moveTo>
                <a:cubicBezTo>
                  <a:pt x="1058626" y="1247"/>
                  <a:pt x="1043663" y="16210"/>
                  <a:pt x="1043663" y="33666"/>
                </a:cubicBezTo>
                <a:cubicBezTo>
                  <a:pt x="1043663" y="51123"/>
                  <a:pt x="1058626" y="66086"/>
                  <a:pt x="1076082" y="66086"/>
                </a:cubicBezTo>
                <a:cubicBezTo>
                  <a:pt x="1093539" y="66086"/>
                  <a:pt x="1108503" y="51123"/>
                  <a:pt x="1108503" y="33666"/>
                </a:cubicBezTo>
                <a:cubicBezTo>
                  <a:pt x="1107255" y="14963"/>
                  <a:pt x="1093539" y="1247"/>
                  <a:pt x="1076082" y="1247"/>
                </a:cubicBezTo>
                <a:close/>
                <a:moveTo>
                  <a:pt x="180802" y="149629"/>
                </a:moveTo>
                <a:cubicBezTo>
                  <a:pt x="163345" y="149629"/>
                  <a:pt x="148382" y="164592"/>
                  <a:pt x="148382" y="182048"/>
                </a:cubicBezTo>
                <a:cubicBezTo>
                  <a:pt x="148382" y="199505"/>
                  <a:pt x="163345" y="214468"/>
                  <a:pt x="180802" y="214468"/>
                </a:cubicBezTo>
                <a:cubicBezTo>
                  <a:pt x="198258" y="214468"/>
                  <a:pt x="213222" y="199505"/>
                  <a:pt x="213222" y="182048"/>
                </a:cubicBezTo>
                <a:cubicBezTo>
                  <a:pt x="213222" y="164592"/>
                  <a:pt x="199505" y="149629"/>
                  <a:pt x="180802" y="149629"/>
                </a:cubicBezTo>
                <a:close/>
                <a:moveTo>
                  <a:pt x="330431" y="149629"/>
                </a:moveTo>
                <a:cubicBezTo>
                  <a:pt x="312974" y="149629"/>
                  <a:pt x="298011" y="164592"/>
                  <a:pt x="298011" y="182048"/>
                </a:cubicBezTo>
                <a:cubicBezTo>
                  <a:pt x="298011" y="199505"/>
                  <a:pt x="312974" y="214468"/>
                  <a:pt x="330431" y="214468"/>
                </a:cubicBezTo>
                <a:cubicBezTo>
                  <a:pt x="347888" y="214468"/>
                  <a:pt x="362851" y="199505"/>
                  <a:pt x="362851" y="182048"/>
                </a:cubicBezTo>
                <a:cubicBezTo>
                  <a:pt x="362851" y="164592"/>
                  <a:pt x="347888" y="149629"/>
                  <a:pt x="330431" y="149629"/>
                </a:cubicBezTo>
                <a:close/>
                <a:moveTo>
                  <a:pt x="480060" y="149629"/>
                </a:moveTo>
                <a:cubicBezTo>
                  <a:pt x="462603" y="149629"/>
                  <a:pt x="447640" y="164592"/>
                  <a:pt x="447640" y="182048"/>
                </a:cubicBezTo>
                <a:cubicBezTo>
                  <a:pt x="447640" y="199505"/>
                  <a:pt x="462603" y="214468"/>
                  <a:pt x="480060" y="214468"/>
                </a:cubicBezTo>
                <a:cubicBezTo>
                  <a:pt x="497517" y="214468"/>
                  <a:pt x="512480" y="199505"/>
                  <a:pt x="512480" y="182048"/>
                </a:cubicBezTo>
                <a:cubicBezTo>
                  <a:pt x="512480" y="164592"/>
                  <a:pt x="497517" y="149629"/>
                  <a:pt x="480060" y="149629"/>
                </a:cubicBezTo>
                <a:close/>
                <a:moveTo>
                  <a:pt x="628442" y="149629"/>
                </a:moveTo>
                <a:cubicBezTo>
                  <a:pt x="610985" y="149629"/>
                  <a:pt x="596022" y="164592"/>
                  <a:pt x="596022" y="182048"/>
                </a:cubicBezTo>
                <a:cubicBezTo>
                  <a:pt x="596022" y="199505"/>
                  <a:pt x="610985" y="214468"/>
                  <a:pt x="628442" y="214468"/>
                </a:cubicBezTo>
                <a:cubicBezTo>
                  <a:pt x="645899" y="214468"/>
                  <a:pt x="660862" y="199505"/>
                  <a:pt x="660862" y="182048"/>
                </a:cubicBezTo>
                <a:cubicBezTo>
                  <a:pt x="660862" y="164592"/>
                  <a:pt x="645899" y="149629"/>
                  <a:pt x="628442" y="149629"/>
                </a:cubicBezTo>
                <a:close/>
                <a:moveTo>
                  <a:pt x="778071" y="149629"/>
                </a:moveTo>
                <a:cubicBezTo>
                  <a:pt x="760615" y="149629"/>
                  <a:pt x="745652" y="164592"/>
                  <a:pt x="745652" y="182048"/>
                </a:cubicBezTo>
                <a:cubicBezTo>
                  <a:pt x="745652" y="199505"/>
                  <a:pt x="760615" y="214468"/>
                  <a:pt x="778071" y="214468"/>
                </a:cubicBezTo>
                <a:cubicBezTo>
                  <a:pt x="795528" y="214468"/>
                  <a:pt x="810491" y="199505"/>
                  <a:pt x="810491" y="182048"/>
                </a:cubicBezTo>
                <a:cubicBezTo>
                  <a:pt x="810491" y="164592"/>
                  <a:pt x="795528" y="149629"/>
                  <a:pt x="778071" y="149629"/>
                </a:cubicBezTo>
                <a:close/>
                <a:moveTo>
                  <a:pt x="926453" y="149629"/>
                </a:moveTo>
                <a:cubicBezTo>
                  <a:pt x="908997" y="149629"/>
                  <a:pt x="894034" y="164592"/>
                  <a:pt x="894034" y="182048"/>
                </a:cubicBezTo>
                <a:cubicBezTo>
                  <a:pt x="894034" y="199505"/>
                  <a:pt x="908997" y="214468"/>
                  <a:pt x="926453" y="214468"/>
                </a:cubicBezTo>
                <a:cubicBezTo>
                  <a:pt x="943910" y="214468"/>
                  <a:pt x="958873" y="199505"/>
                  <a:pt x="958873" y="182048"/>
                </a:cubicBezTo>
                <a:cubicBezTo>
                  <a:pt x="958873" y="164592"/>
                  <a:pt x="943910" y="149629"/>
                  <a:pt x="926453" y="149629"/>
                </a:cubicBezTo>
                <a:close/>
                <a:moveTo>
                  <a:pt x="1076082" y="149629"/>
                </a:moveTo>
                <a:cubicBezTo>
                  <a:pt x="1058626" y="149629"/>
                  <a:pt x="1043663" y="164592"/>
                  <a:pt x="1043663" y="182048"/>
                </a:cubicBezTo>
                <a:cubicBezTo>
                  <a:pt x="1043663" y="199505"/>
                  <a:pt x="1058626" y="214468"/>
                  <a:pt x="1076082" y="214468"/>
                </a:cubicBezTo>
                <a:cubicBezTo>
                  <a:pt x="1093539" y="214468"/>
                  <a:pt x="1108503" y="199505"/>
                  <a:pt x="1108503" y="182048"/>
                </a:cubicBezTo>
                <a:cubicBezTo>
                  <a:pt x="1108503" y="164592"/>
                  <a:pt x="1093539" y="149629"/>
                  <a:pt x="1076082" y="149629"/>
                </a:cubicBezTo>
                <a:close/>
                <a:moveTo>
                  <a:pt x="32420" y="299258"/>
                </a:moveTo>
                <a:cubicBezTo>
                  <a:pt x="14963" y="299258"/>
                  <a:pt x="0" y="314221"/>
                  <a:pt x="0" y="331678"/>
                </a:cubicBezTo>
                <a:cubicBezTo>
                  <a:pt x="0" y="349135"/>
                  <a:pt x="14963" y="364097"/>
                  <a:pt x="32420" y="364097"/>
                </a:cubicBezTo>
                <a:cubicBezTo>
                  <a:pt x="49876" y="364097"/>
                  <a:pt x="64839" y="349135"/>
                  <a:pt x="64839" y="331678"/>
                </a:cubicBezTo>
                <a:cubicBezTo>
                  <a:pt x="64839" y="314221"/>
                  <a:pt x="49876" y="299258"/>
                  <a:pt x="32420" y="299258"/>
                </a:cubicBezTo>
                <a:close/>
                <a:moveTo>
                  <a:pt x="180802" y="299258"/>
                </a:moveTo>
                <a:cubicBezTo>
                  <a:pt x="163345" y="299258"/>
                  <a:pt x="148382" y="314221"/>
                  <a:pt x="148382" y="331678"/>
                </a:cubicBezTo>
                <a:cubicBezTo>
                  <a:pt x="148382" y="349135"/>
                  <a:pt x="163345" y="364097"/>
                  <a:pt x="180802" y="364097"/>
                </a:cubicBezTo>
                <a:cubicBezTo>
                  <a:pt x="198258" y="364097"/>
                  <a:pt x="213222" y="349135"/>
                  <a:pt x="213222" y="331678"/>
                </a:cubicBezTo>
                <a:cubicBezTo>
                  <a:pt x="213222" y="314221"/>
                  <a:pt x="199505" y="299258"/>
                  <a:pt x="180802" y="299258"/>
                </a:cubicBezTo>
                <a:close/>
                <a:moveTo>
                  <a:pt x="330431" y="299258"/>
                </a:moveTo>
                <a:cubicBezTo>
                  <a:pt x="312974" y="299258"/>
                  <a:pt x="298011" y="314221"/>
                  <a:pt x="298011" y="331678"/>
                </a:cubicBezTo>
                <a:cubicBezTo>
                  <a:pt x="298011" y="349135"/>
                  <a:pt x="312974" y="364097"/>
                  <a:pt x="330431" y="364097"/>
                </a:cubicBezTo>
                <a:cubicBezTo>
                  <a:pt x="347888" y="364097"/>
                  <a:pt x="362851" y="349135"/>
                  <a:pt x="362851" y="331678"/>
                </a:cubicBezTo>
                <a:cubicBezTo>
                  <a:pt x="362851" y="314221"/>
                  <a:pt x="347888" y="299258"/>
                  <a:pt x="330431" y="299258"/>
                </a:cubicBezTo>
                <a:close/>
                <a:moveTo>
                  <a:pt x="480060" y="299258"/>
                </a:moveTo>
                <a:cubicBezTo>
                  <a:pt x="462603" y="299258"/>
                  <a:pt x="447640" y="314221"/>
                  <a:pt x="447640" y="331678"/>
                </a:cubicBezTo>
                <a:cubicBezTo>
                  <a:pt x="447640" y="349135"/>
                  <a:pt x="462603" y="364097"/>
                  <a:pt x="480060" y="364097"/>
                </a:cubicBezTo>
                <a:cubicBezTo>
                  <a:pt x="497517" y="364097"/>
                  <a:pt x="512480" y="349135"/>
                  <a:pt x="512480" y="331678"/>
                </a:cubicBezTo>
                <a:cubicBezTo>
                  <a:pt x="512480" y="314221"/>
                  <a:pt x="497517" y="299258"/>
                  <a:pt x="480060" y="299258"/>
                </a:cubicBezTo>
                <a:close/>
                <a:moveTo>
                  <a:pt x="628442" y="299258"/>
                </a:moveTo>
                <a:cubicBezTo>
                  <a:pt x="610985" y="299258"/>
                  <a:pt x="596022" y="314221"/>
                  <a:pt x="596022" y="331678"/>
                </a:cubicBezTo>
                <a:cubicBezTo>
                  <a:pt x="596022" y="349135"/>
                  <a:pt x="610985" y="364097"/>
                  <a:pt x="628442" y="364097"/>
                </a:cubicBezTo>
                <a:cubicBezTo>
                  <a:pt x="645899" y="364097"/>
                  <a:pt x="660862" y="349135"/>
                  <a:pt x="660862" y="331678"/>
                </a:cubicBezTo>
                <a:cubicBezTo>
                  <a:pt x="660862" y="314221"/>
                  <a:pt x="645899" y="299258"/>
                  <a:pt x="628442" y="299258"/>
                </a:cubicBezTo>
                <a:close/>
                <a:moveTo>
                  <a:pt x="778071" y="299258"/>
                </a:moveTo>
                <a:cubicBezTo>
                  <a:pt x="760615" y="299258"/>
                  <a:pt x="745652" y="314221"/>
                  <a:pt x="745652" y="331678"/>
                </a:cubicBezTo>
                <a:cubicBezTo>
                  <a:pt x="745652" y="349135"/>
                  <a:pt x="760615" y="364097"/>
                  <a:pt x="778071" y="364097"/>
                </a:cubicBezTo>
                <a:cubicBezTo>
                  <a:pt x="795528" y="364097"/>
                  <a:pt x="810491" y="349135"/>
                  <a:pt x="810491" y="331678"/>
                </a:cubicBezTo>
                <a:cubicBezTo>
                  <a:pt x="810491" y="314221"/>
                  <a:pt x="795528" y="299258"/>
                  <a:pt x="778071" y="299258"/>
                </a:cubicBezTo>
                <a:close/>
                <a:moveTo>
                  <a:pt x="926453" y="299258"/>
                </a:moveTo>
                <a:cubicBezTo>
                  <a:pt x="908997" y="299258"/>
                  <a:pt x="894034" y="314221"/>
                  <a:pt x="894034" y="331678"/>
                </a:cubicBezTo>
                <a:cubicBezTo>
                  <a:pt x="894034" y="349135"/>
                  <a:pt x="908997" y="364097"/>
                  <a:pt x="926453" y="364097"/>
                </a:cubicBezTo>
                <a:cubicBezTo>
                  <a:pt x="943910" y="364097"/>
                  <a:pt x="958873" y="349135"/>
                  <a:pt x="958873" y="331678"/>
                </a:cubicBezTo>
                <a:cubicBezTo>
                  <a:pt x="958873" y="314221"/>
                  <a:pt x="943910" y="299258"/>
                  <a:pt x="926453" y="299258"/>
                </a:cubicBezTo>
                <a:close/>
                <a:moveTo>
                  <a:pt x="1076082" y="299258"/>
                </a:moveTo>
                <a:cubicBezTo>
                  <a:pt x="1058626" y="299258"/>
                  <a:pt x="1043663" y="314221"/>
                  <a:pt x="1043663" y="331678"/>
                </a:cubicBezTo>
                <a:cubicBezTo>
                  <a:pt x="1043663" y="349135"/>
                  <a:pt x="1058626" y="364097"/>
                  <a:pt x="1076082" y="364097"/>
                </a:cubicBezTo>
                <a:cubicBezTo>
                  <a:pt x="1093539" y="364097"/>
                  <a:pt x="1108503" y="349135"/>
                  <a:pt x="1108503" y="331678"/>
                </a:cubicBezTo>
                <a:cubicBezTo>
                  <a:pt x="1108503" y="314221"/>
                  <a:pt x="1093539" y="299258"/>
                  <a:pt x="1076082" y="299258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0"/>
          </a:gradFill>
          <a:ln w="12468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214C319E-79D7-974D-A75B-586FA1A4C34E}"/>
              </a:ext>
            </a:extLst>
          </p:cNvPr>
          <p:cNvSpPr txBox="1"/>
          <p:nvPr/>
        </p:nvSpPr>
        <p:spPr>
          <a:xfrm>
            <a:off x="2683263" y="3071176"/>
            <a:ext cx="7040627" cy="23239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4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项目总结与展望</a:t>
            </a:r>
            <a:endParaRPr kumimoji="1" lang="zh-CN" altLang="en-US" sz="4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B434C526-9674-91A2-4A91-28ECC3FA94C7}"/>
              </a:ext>
            </a:extLst>
          </p:cNvPr>
          <p:cNvSpPr txBox="1"/>
          <p:nvPr/>
        </p:nvSpPr>
        <p:spPr>
          <a:xfrm>
            <a:off x="5172981" y="-411079"/>
            <a:ext cx="2574696" cy="3482255"/>
          </a:xfrm>
          <a:prstGeom prst="rect">
            <a:avLst/>
          </a:prstGeom>
          <a:noFill/>
          <a:ln cap="sq">
            <a:noFill/>
          </a:ln>
          <a:effectLst>
            <a:outerShdw blurRad="457200" dist="127000" dir="5400000" sx="90000" sy="90000" rotWithShape="0">
              <a:srgbClr val="4E82EA">
                <a:alpha val="60000"/>
              </a:srgbClr>
            </a:outerShdw>
          </a:effectLst>
        </p:spPr>
        <p:txBody>
          <a:bodyPr vert="horz" wrap="square" lIns="0" tIns="0" rIns="0" bIns="0" rtlCol="0" anchor="b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1000" b="1" i="0" u="none" strike="noStrike" kern="1200" cap="none" spc="0" normalizeH="0" baseline="0" noProof="0">
                <a:ln w="12700">
                  <a:noFill/>
                </a:ln>
                <a:solidFill>
                  <a:srgbClr val="0F6FC6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 CN Bold"/>
              </a:rPr>
              <a:t>06</a:t>
            </a: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78BD8DA9-140A-4821-F88D-568212561DF2}"/>
              </a:ext>
            </a:extLst>
          </p:cNvPr>
          <p:cNvSpPr txBox="1"/>
          <p:nvPr/>
        </p:nvSpPr>
        <p:spPr>
          <a:xfrm>
            <a:off x="7066145" y="1645832"/>
            <a:ext cx="457402" cy="366121"/>
          </a:xfrm>
          <a:custGeom>
            <a:avLst/>
            <a:gdLst/>
            <a:ahLst/>
            <a:cxnLst/>
            <a:rect l="l" t="t" r="r" b="b"/>
            <a:pathLst>
              <a:path w="671826" h="537753">
                <a:moveTo>
                  <a:pt x="364331" y="0"/>
                </a:moveTo>
                <a:lnTo>
                  <a:pt x="671826" y="0"/>
                </a:lnTo>
                <a:lnTo>
                  <a:pt x="671826" y="244831"/>
                </a:lnTo>
                <a:cubicBezTo>
                  <a:pt x="668912" y="426510"/>
                  <a:pt x="566413" y="524151"/>
                  <a:pt x="364331" y="537753"/>
                </a:cubicBezTo>
                <a:lnTo>
                  <a:pt x="364331" y="409508"/>
                </a:lnTo>
                <a:cubicBezTo>
                  <a:pt x="410965" y="404651"/>
                  <a:pt x="446912" y="391535"/>
                  <a:pt x="472173" y="370161"/>
                </a:cubicBezTo>
                <a:cubicBezTo>
                  <a:pt x="494518" y="346843"/>
                  <a:pt x="505691" y="318183"/>
                  <a:pt x="505691" y="284178"/>
                </a:cubicBezTo>
                <a:lnTo>
                  <a:pt x="364331" y="284178"/>
                </a:lnTo>
                <a:close/>
                <a:moveTo>
                  <a:pt x="0" y="0"/>
                </a:moveTo>
                <a:lnTo>
                  <a:pt x="307495" y="0"/>
                </a:lnTo>
                <a:lnTo>
                  <a:pt x="307495" y="244831"/>
                </a:lnTo>
                <a:cubicBezTo>
                  <a:pt x="304580" y="426510"/>
                  <a:pt x="202082" y="524151"/>
                  <a:pt x="0" y="537753"/>
                </a:cubicBezTo>
                <a:lnTo>
                  <a:pt x="0" y="409508"/>
                </a:lnTo>
                <a:cubicBezTo>
                  <a:pt x="46634" y="404651"/>
                  <a:pt x="82581" y="391535"/>
                  <a:pt x="107842" y="370161"/>
                </a:cubicBezTo>
                <a:cubicBezTo>
                  <a:pt x="130187" y="346843"/>
                  <a:pt x="141360" y="318183"/>
                  <a:pt x="141360" y="284178"/>
                </a:cubicBezTo>
                <a:lnTo>
                  <a:pt x="0" y="284178"/>
                </a:lnTo>
                <a:close/>
              </a:path>
            </a:pathLst>
          </a:custGeom>
          <a:noFill/>
          <a:ln w="22225" cap="sq">
            <a:solidFill>
              <a:schemeClr val="accent1"/>
            </a:solidFill>
          </a:ln>
          <a:effectLst/>
        </p:spPr>
        <p:txBody>
          <a:bodyPr vert="horz" wrap="square" lIns="91440" tIns="45720" rIns="91440" bIns="4572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4" name="图片">
            <a:extLst>
              <a:ext uri="{FF2B5EF4-FFF2-40B4-BE49-F238E27FC236}">
                <a16:creationId xmlns:a16="http://schemas.microsoft.com/office/drawing/2014/main" id="{C6C14BA8-8FB0-5A63-978B-09C16DCF212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 rot="194103">
            <a:off x="-728641" y="3222174"/>
            <a:ext cx="4026774" cy="40267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335928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-18288" y="0"/>
            <a:ext cx="12228576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99000">
                <a:schemeClr val="accent1">
                  <a:lumMod val="20000"/>
                  <a:lumOff val="80000"/>
                </a:schemeClr>
              </a:gs>
            </a:gsLst>
            <a:lin ang="600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671007" y="1631445"/>
            <a:ext cx="3530922" cy="4502655"/>
          </a:xfrm>
          <a:prstGeom prst="roundRect">
            <a:avLst>
              <a:gd name="adj" fmla="val 2814"/>
            </a:avLst>
          </a:prstGeom>
          <a:gradFill>
            <a:gsLst>
              <a:gs pos="6100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3175" cap="sq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45000"/>
                  </a:schemeClr>
                </a:gs>
              </a:gsLst>
              <a:lin ang="13500000" scaled="0"/>
            </a:gradFill>
            <a:miter/>
          </a:ln>
          <a:effectLst>
            <a:outerShdw blurRad="152400" dist="38100" dir="2700000" algn="tl" rotWithShape="0">
              <a:schemeClr val="accent2">
                <a:lumMod val="50000"/>
                <a:alpha val="19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1511808" y="1930174"/>
            <a:ext cx="1849321" cy="425223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 w="11811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1511806" y="1926781"/>
            <a:ext cx="1849323" cy="45170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创新点与局限性</a:t>
            </a: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812820" y="2417891"/>
            <a:ext cx="3247296" cy="36226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lvl="0" algn="ctr">
              <a:lnSpc>
                <a:spcPct val="150000"/>
              </a:lnSpc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本项目创新性地将云模型与深度学习结合，</a:t>
            </a:r>
            <a:r>
              <a:rPr lang="zh-CN" altLang="en-US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构建了能表达不确定性的情感分析网络，并对模糊文本具有更强鲁棒性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。但当前模型仅验证了二分类任务，多分类场景受限于训练数据未充分探索，且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95%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的准确率表明</a:t>
            </a:r>
            <a:r>
              <a:rPr lang="zh-CN" altLang="en-US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结构仍有优化空间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，如注意力机制和特征融合的改进。</a:t>
            </a:r>
            <a:endParaRPr kumimoji="1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4330539" y="1631445"/>
            <a:ext cx="3530922" cy="4502655"/>
          </a:xfrm>
          <a:prstGeom prst="roundRect">
            <a:avLst>
              <a:gd name="adj" fmla="val 2814"/>
            </a:avLst>
          </a:prstGeom>
          <a:gradFill>
            <a:gsLst>
              <a:gs pos="6100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3175" cap="sq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45000"/>
                  </a:schemeClr>
                </a:gs>
              </a:gsLst>
              <a:lin ang="13500000" scaled="0"/>
            </a:gradFill>
            <a:miter/>
          </a:ln>
          <a:effectLst>
            <a:outerShdw blurRad="152400" dist="38100" dir="2700000" algn="tl" rotWithShape="0">
              <a:schemeClr val="accent2">
                <a:lumMod val="50000"/>
                <a:alpha val="19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5171340" y="1949874"/>
            <a:ext cx="1849321" cy="425223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 w="11811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5555673" y="1946481"/>
            <a:ext cx="1080654" cy="45170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lvl="0" algn="ctr"/>
            <a:r>
              <a:rPr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优化方向</a:t>
            </a: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4591050" y="2417891"/>
            <a:ext cx="3086100" cy="36226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lvl="0" algn="ctr">
              <a:lnSpc>
                <a:spcPct val="150000"/>
              </a:lnSpc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后续可从网络结构（引入残差连接，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BERT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参与微调）、注意力机制（扩展为多头注意力）、标签体系（增加情感类别）及训练策略（混合损失函数）四方面优化。</a:t>
            </a:r>
            <a:r>
              <a:rPr lang="zh-CN" altLang="en-US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重点突破多分类场景下的模糊边界建模能力，提升模型对复杂情绪的判别精度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7990072" y="1631445"/>
            <a:ext cx="3530922" cy="4502655"/>
          </a:xfrm>
          <a:prstGeom prst="roundRect">
            <a:avLst>
              <a:gd name="adj" fmla="val 2814"/>
            </a:avLst>
          </a:prstGeom>
          <a:gradFill>
            <a:gsLst>
              <a:gs pos="61000">
                <a:schemeClr val="bg1"/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2700000" scaled="0"/>
          </a:gradFill>
          <a:ln w="3175" cap="sq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45000"/>
                  </a:schemeClr>
                </a:gs>
              </a:gsLst>
              <a:lin ang="13500000" scaled="0"/>
            </a:gradFill>
            <a:miter/>
          </a:ln>
          <a:effectLst>
            <a:outerShdw blurRad="152400" dist="38100" dir="2700000" algn="tl" rotWithShape="0">
              <a:schemeClr val="accent2">
                <a:lumMod val="50000"/>
                <a:alpha val="19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标题 1"/>
          <p:cNvSpPr txBox="1"/>
          <p:nvPr/>
        </p:nvSpPr>
        <p:spPr>
          <a:xfrm>
            <a:off x="8830873" y="1930174"/>
            <a:ext cx="1849321" cy="425223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 w="11811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9215206" y="1926781"/>
            <a:ext cx="1080654" cy="45170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b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未来展望</a:t>
            </a: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标题 1"/>
          <p:cNvSpPr txBox="1"/>
          <p:nvPr/>
        </p:nvSpPr>
        <p:spPr>
          <a:xfrm>
            <a:off x="8210550" y="2417891"/>
            <a:ext cx="3174697" cy="36226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lvl="0" algn="ctr">
              <a:lnSpc>
                <a:spcPct val="150000"/>
              </a:lnSpc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CSM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模型可拓展至多情绪交叉的社交媒体分析，探索情感不确定性对下游任务（如对话系统）的动态影响。结合图神经网络或知识图谱增强情境理解能力，有望</a:t>
            </a:r>
            <a:r>
              <a:rPr lang="zh-CN" altLang="en-US" sz="1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在舆情监测、决策支持等领域发挥更大价值，推动情感计算向可解释、多维度方向发展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标题 1"/>
          <p:cNvSpPr txBox="1"/>
          <p:nvPr/>
        </p:nvSpPr>
        <p:spPr>
          <a:xfrm>
            <a:off x="579455" y="238458"/>
            <a:ext cx="10377569" cy="53641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>
                <a:ln w="8890">
                  <a:noFill/>
                </a:ln>
                <a:solidFill>
                  <a:srgbClr val="262626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项目总结与展望</a:t>
            </a:r>
            <a:endParaRPr kumimoji="1" lang="zh-CN" alt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标题 1"/>
          <p:cNvSpPr txBox="1"/>
          <p:nvPr/>
        </p:nvSpPr>
        <p:spPr>
          <a:xfrm>
            <a:off x="0" y="419734"/>
            <a:ext cx="428561" cy="121453"/>
          </a:xfrm>
          <a:prstGeom prst="rect">
            <a:avLst/>
          </a:prstGeom>
          <a:solidFill>
            <a:schemeClr val="accent1"/>
          </a:solidFill>
          <a:ln w="25400" cap="sq">
            <a:solidFill>
              <a:schemeClr val="bg1"/>
            </a:solidFill>
            <a:miter/>
          </a:ln>
          <a:effectLst>
            <a:outerShdw blurRad="63500" algn="ctr" rotWithShape="0">
              <a:srgbClr val="000000">
                <a:alpha val="4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标题 1"/>
          <p:cNvSpPr txBox="1"/>
          <p:nvPr/>
        </p:nvSpPr>
        <p:spPr>
          <a:xfrm rot="5400000">
            <a:off x="-145315" y="292497"/>
            <a:ext cx="719190" cy="134200"/>
          </a:xfrm>
          <a:prstGeom prst="rect">
            <a:avLst/>
          </a:prstGeom>
          <a:solidFill>
            <a:schemeClr val="accent1"/>
          </a:solidFill>
          <a:ln w="25400" cap="sq">
            <a:solidFill>
              <a:schemeClr val="bg1"/>
            </a:solidFill>
            <a:miter/>
          </a:ln>
          <a:effectLst>
            <a:outerShdw blurRad="63500" algn="ctr" rotWithShape="0">
              <a:srgbClr val="000000">
                <a:alpha val="40000"/>
              </a:srgbClr>
            </a:outerShdw>
          </a:effectLst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B69AA-2BD2-F115-7C2C-0591EDF4F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>
            <a:extLst>
              <a:ext uri="{FF2B5EF4-FFF2-40B4-BE49-F238E27FC236}">
                <a16:creationId xmlns:a16="http://schemas.microsoft.com/office/drawing/2014/main" id="{D825E233-A45B-163B-834D-F9E3BB97E61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8000"/>
          </a:blip>
          <a:srcRect/>
          <a:stretch>
            <a:fillRect/>
          </a:stretch>
        </p:blipFill>
        <p:spPr>
          <a:xfrm>
            <a:off x="3772953" y="0"/>
            <a:ext cx="8419047" cy="562539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01939734-7679-7EB2-E79C-5E6A2290E387}"/>
              </a:ext>
            </a:extLst>
          </p:cNvPr>
          <p:cNvSpPr txBox="1"/>
          <p:nvPr/>
        </p:nvSpPr>
        <p:spPr>
          <a:xfrm>
            <a:off x="-9144" y="-9679"/>
            <a:ext cx="12210288" cy="6877359"/>
          </a:xfrm>
          <a:prstGeom prst="rect">
            <a:avLst/>
          </a:prstGeom>
          <a:solidFill>
            <a:schemeClr val="bg1">
              <a:alpha val="77962"/>
            </a:schemeClr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43739009-2621-9BD7-75F9-B3E5D5B517BA}"/>
              </a:ext>
            </a:extLst>
          </p:cNvPr>
          <p:cNvSpPr txBox="1"/>
          <p:nvPr/>
        </p:nvSpPr>
        <p:spPr>
          <a:xfrm>
            <a:off x="0" y="-3318"/>
            <a:ext cx="3767922" cy="4007700"/>
          </a:xfrm>
          <a:custGeom>
            <a:avLst/>
            <a:gdLst>
              <a:gd name="connsiteX0" fmla="*/ 0 w 3593901"/>
              <a:gd name="connsiteY0" fmla="*/ 0 h 3822605"/>
              <a:gd name="connsiteX1" fmla="*/ 3570623 w 3593901"/>
              <a:gd name="connsiteY1" fmla="*/ 0 h 3822605"/>
              <a:gd name="connsiteX2" fmla="*/ 3576202 w 3593901"/>
              <a:gd name="connsiteY2" fmla="*/ 43906 h 3822605"/>
              <a:gd name="connsiteX3" fmla="*/ 3593901 w 3593901"/>
              <a:gd name="connsiteY3" fmla="*/ 394418 h 3822605"/>
              <a:gd name="connsiteX4" fmla="*/ 165714 w 3593901"/>
              <a:gd name="connsiteY4" fmla="*/ 3822605 h 3822605"/>
              <a:gd name="connsiteX5" fmla="*/ 0 w 3593901"/>
              <a:gd name="connsiteY5" fmla="*/ 3818415 h 3822605"/>
            </a:gdLst>
            <a:ahLst/>
            <a:cxnLst/>
            <a:rect l="l" t="t" r="r" b="b"/>
            <a:pathLst>
              <a:path w="3593901" h="3822605">
                <a:moveTo>
                  <a:pt x="0" y="0"/>
                </a:moveTo>
                <a:lnTo>
                  <a:pt x="3570623" y="0"/>
                </a:lnTo>
                <a:lnTo>
                  <a:pt x="3576202" y="43906"/>
                </a:lnTo>
                <a:cubicBezTo>
                  <a:pt x="3587906" y="159152"/>
                  <a:pt x="3593901" y="276085"/>
                  <a:pt x="3593901" y="394418"/>
                </a:cubicBezTo>
                <a:cubicBezTo>
                  <a:pt x="3593901" y="2287753"/>
                  <a:pt x="2059049" y="3822605"/>
                  <a:pt x="165714" y="3822605"/>
                </a:cubicBezTo>
                <a:lnTo>
                  <a:pt x="0" y="3818415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28305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1594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2F89EBF-87B1-A0BD-1206-A40E01030D54}"/>
              </a:ext>
            </a:extLst>
          </p:cNvPr>
          <p:cNvSpPr txBox="1"/>
          <p:nvPr/>
        </p:nvSpPr>
        <p:spPr>
          <a:xfrm rot="10800000">
            <a:off x="8442364" y="2867045"/>
            <a:ext cx="3767922" cy="4007700"/>
          </a:xfrm>
          <a:custGeom>
            <a:avLst/>
            <a:gdLst>
              <a:gd name="connsiteX0" fmla="*/ 0 w 3593901"/>
              <a:gd name="connsiteY0" fmla="*/ 0 h 3822605"/>
              <a:gd name="connsiteX1" fmla="*/ 3570623 w 3593901"/>
              <a:gd name="connsiteY1" fmla="*/ 0 h 3822605"/>
              <a:gd name="connsiteX2" fmla="*/ 3576202 w 3593901"/>
              <a:gd name="connsiteY2" fmla="*/ 43906 h 3822605"/>
              <a:gd name="connsiteX3" fmla="*/ 3593901 w 3593901"/>
              <a:gd name="connsiteY3" fmla="*/ 394418 h 3822605"/>
              <a:gd name="connsiteX4" fmla="*/ 165714 w 3593901"/>
              <a:gd name="connsiteY4" fmla="*/ 3822605 h 3822605"/>
              <a:gd name="connsiteX5" fmla="*/ 0 w 3593901"/>
              <a:gd name="connsiteY5" fmla="*/ 3818415 h 3822605"/>
            </a:gdLst>
            <a:ahLst/>
            <a:cxnLst/>
            <a:rect l="l" t="t" r="r" b="b"/>
            <a:pathLst>
              <a:path w="3593901" h="3822605">
                <a:moveTo>
                  <a:pt x="0" y="0"/>
                </a:moveTo>
                <a:lnTo>
                  <a:pt x="3570623" y="0"/>
                </a:lnTo>
                <a:lnTo>
                  <a:pt x="3576202" y="43906"/>
                </a:lnTo>
                <a:cubicBezTo>
                  <a:pt x="3587906" y="159152"/>
                  <a:pt x="3593901" y="276085"/>
                  <a:pt x="3593901" y="394418"/>
                </a:cubicBezTo>
                <a:cubicBezTo>
                  <a:pt x="3593901" y="2287753"/>
                  <a:pt x="2059049" y="3822605"/>
                  <a:pt x="165714" y="3822605"/>
                </a:cubicBezTo>
                <a:lnTo>
                  <a:pt x="0" y="3818415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accent1">
                  <a:lumMod val="40000"/>
                  <a:lumOff val="60000"/>
                  <a:alpha val="29000"/>
                </a:schemeClr>
              </a:gs>
            </a:gsLst>
            <a:lin ang="21594000" scaled="0"/>
          </a:gra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" name="图片">
            <a:extLst>
              <a:ext uri="{FF2B5EF4-FFF2-40B4-BE49-F238E27FC236}">
                <a16:creationId xmlns:a16="http://schemas.microsoft.com/office/drawing/2014/main" id="{4070D2C1-5A8D-E7E8-B22E-DFC9A34D4AD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 rot="194103">
            <a:off x="-728641" y="3222174"/>
            <a:ext cx="4026774" cy="402677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标题 1">
            <a:extLst>
              <a:ext uri="{FF2B5EF4-FFF2-40B4-BE49-F238E27FC236}">
                <a16:creationId xmlns:a16="http://schemas.microsoft.com/office/drawing/2014/main" id="{DC5C5B57-139B-A088-AFCE-C47EA1CF16EB}"/>
              </a:ext>
            </a:extLst>
          </p:cNvPr>
          <p:cNvSpPr txBox="1"/>
          <p:nvPr/>
        </p:nvSpPr>
        <p:spPr>
          <a:xfrm flipH="1">
            <a:off x="569423" y="489686"/>
            <a:ext cx="1672266" cy="549270"/>
          </a:xfrm>
          <a:custGeom>
            <a:avLst/>
            <a:gdLst>
              <a:gd name="connsiteX0" fmla="*/ 64839 w 1108502"/>
              <a:gd name="connsiteY0" fmla="*/ 32419 h 364097"/>
              <a:gd name="connsiteX1" fmla="*/ 32420 w 1108502"/>
              <a:gd name="connsiteY1" fmla="*/ 64839 h 364097"/>
              <a:gd name="connsiteX2" fmla="*/ 0 w 1108502"/>
              <a:gd name="connsiteY2" fmla="*/ 32419 h 364097"/>
              <a:gd name="connsiteX3" fmla="*/ 32420 w 1108502"/>
              <a:gd name="connsiteY3" fmla="*/ 0 h 364097"/>
              <a:gd name="connsiteX4" fmla="*/ 64839 w 1108502"/>
              <a:gd name="connsiteY4" fmla="*/ 32419 h 364097"/>
              <a:gd name="connsiteX5" fmla="*/ 180802 w 1108502"/>
              <a:gd name="connsiteY5" fmla="*/ 1247 h 364097"/>
              <a:gd name="connsiteX6" fmla="*/ 148382 w 1108502"/>
              <a:gd name="connsiteY6" fmla="*/ 33666 h 364097"/>
              <a:gd name="connsiteX7" fmla="*/ 180802 w 1108502"/>
              <a:gd name="connsiteY7" fmla="*/ 66086 h 364097"/>
              <a:gd name="connsiteX8" fmla="*/ 213222 w 1108502"/>
              <a:gd name="connsiteY8" fmla="*/ 33666 h 364097"/>
              <a:gd name="connsiteX9" fmla="*/ 180802 w 1108502"/>
              <a:gd name="connsiteY9" fmla="*/ 1247 h 364097"/>
              <a:gd name="connsiteX10" fmla="*/ 64839 w 1108502"/>
              <a:gd name="connsiteY10" fmla="*/ 182048 h 364097"/>
              <a:gd name="connsiteX11" fmla="*/ 32420 w 1108502"/>
              <a:gd name="connsiteY11" fmla="*/ 149629 h 364097"/>
              <a:gd name="connsiteX12" fmla="*/ 0 w 1108502"/>
              <a:gd name="connsiteY12" fmla="*/ 182048 h 364097"/>
              <a:gd name="connsiteX13" fmla="*/ 32420 w 1108502"/>
              <a:gd name="connsiteY13" fmla="*/ 214468 h 364097"/>
              <a:gd name="connsiteX14" fmla="*/ 64839 w 1108502"/>
              <a:gd name="connsiteY14" fmla="*/ 182048 h 364097"/>
              <a:gd name="connsiteX15" fmla="*/ 330431 w 1108502"/>
              <a:gd name="connsiteY15" fmla="*/ 1247 h 364097"/>
              <a:gd name="connsiteX16" fmla="*/ 298011 w 1108502"/>
              <a:gd name="connsiteY16" fmla="*/ 33666 h 364097"/>
              <a:gd name="connsiteX17" fmla="*/ 330431 w 1108502"/>
              <a:gd name="connsiteY17" fmla="*/ 66086 h 364097"/>
              <a:gd name="connsiteX18" fmla="*/ 362851 w 1108502"/>
              <a:gd name="connsiteY18" fmla="*/ 33666 h 364097"/>
              <a:gd name="connsiteX19" fmla="*/ 330431 w 1108502"/>
              <a:gd name="connsiteY19" fmla="*/ 1247 h 364097"/>
              <a:gd name="connsiteX20" fmla="*/ 480060 w 1108502"/>
              <a:gd name="connsiteY20" fmla="*/ 1247 h 364097"/>
              <a:gd name="connsiteX21" fmla="*/ 447640 w 1108502"/>
              <a:gd name="connsiteY21" fmla="*/ 33666 h 364097"/>
              <a:gd name="connsiteX22" fmla="*/ 480060 w 1108502"/>
              <a:gd name="connsiteY22" fmla="*/ 66086 h 364097"/>
              <a:gd name="connsiteX23" fmla="*/ 512480 w 1108502"/>
              <a:gd name="connsiteY23" fmla="*/ 33666 h 364097"/>
              <a:gd name="connsiteX24" fmla="*/ 480060 w 1108502"/>
              <a:gd name="connsiteY24" fmla="*/ 1247 h 364097"/>
              <a:gd name="connsiteX25" fmla="*/ 628442 w 1108502"/>
              <a:gd name="connsiteY25" fmla="*/ 1247 h 364097"/>
              <a:gd name="connsiteX26" fmla="*/ 596022 w 1108502"/>
              <a:gd name="connsiteY26" fmla="*/ 33666 h 364097"/>
              <a:gd name="connsiteX27" fmla="*/ 628442 w 1108502"/>
              <a:gd name="connsiteY27" fmla="*/ 66086 h 364097"/>
              <a:gd name="connsiteX28" fmla="*/ 660862 w 1108502"/>
              <a:gd name="connsiteY28" fmla="*/ 33666 h 364097"/>
              <a:gd name="connsiteX29" fmla="*/ 628442 w 1108502"/>
              <a:gd name="connsiteY29" fmla="*/ 1247 h 364097"/>
              <a:gd name="connsiteX30" fmla="*/ 778071 w 1108502"/>
              <a:gd name="connsiteY30" fmla="*/ 1247 h 364097"/>
              <a:gd name="connsiteX31" fmla="*/ 745652 w 1108502"/>
              <a:gd name="connsiteY31" fmla="*/ 33666 h 364097"/>
              <a:gd name="connsiteX32" fmla="*/ 778071 w 1108502"/>
              <a:gd name="connsiteY32" fmla="*/ 66086 h 364097"/>
              <a:gd name="connsiteX33" fmla="*/ 810491 w 1108502"/>
              <a:gd name="connsiteY33" fmla="*/ 33666 h 364097"/>
              <a:gd name="connsiteX34" fmla="*/ 778071 w 1108502"/>
              <a:gd name="connsiteY34" fmla="*/ 1247 h 364097"/>
              <a:gd name="connsiteX35" fmla="*/ 926453 w 1108502"/>
              <a:gd name="connsiteY35" fmla="*/ 1247 h 364097"/>
              <a:gd name="connsiteX36" fmla="*/ 894034 w 1108502"/>
              <a:gd name="connsiteY36" fmla="*/ 33666 h 364097"/>
              <a:gd name="connsiteX37" fmla="*/ 926453 w 1108502"/>
              <a:gd name="connsiteY37" fmla="*/ 66086 h 364097"/>
              <a:gd name="connsiteX38" fmla="*/ 958873 w 1108502"/>
              <a:gd name="connsiteY38" fmla="*/ 33666 h 364097"/>
              <a:gd name="connsiteX39" fmla="*/ 926453 w 1108502"/>
              <a:gd name="connsiteY39" fmla="*/ 1247 h 364097"/>
              <a:gd name="connsiteX40" fmla="*/ 1076082 w 1108502"/>
              <a:gd name="connsiteY40" fmla="*/ 1247 h 364097"/>
              <a:gd name="connsiteX41" fmla="*/ 1043663 w 1108502"/>
              <a:gd name="connsiteY41" fmla="*/ 33666 h 364097"/>
              <a:gd name="connsiteX42" fmla="*/ 1076082 w 1108502"/>
              <a:gd name="connsiteY42" fmla="*/ 66086 h 364097"/>
              <a:gd name="connsiteX43" fmla="*/ 1108503 w 1108502"/>
              <a:gd name="connsiteY43" fmla="*/ 33666 h 364097"/>
              <a:gd name="connsiteX44" fmla="*/ 1076082 w 1108502"/>
              <a:gd name="connsiteY44" fmla="*/ 1247 h 364097"/>
              <a:gd name="connsiteX45" fmla="*/ 180802 w 1108502"/>
              <a:gd name="connsiteY45" fmla="*/ 149629 h 364097"/>
              <a:gd name="connsiteX46" fmla="*/ 148382 w 1108502"/>
              <a:gd name="connsiteY46" fmla="*/ 182048 h 364097"/>
              <a:gd name="connsiteX47" fmla="*/ 180802 w 1108502"/>
              <a:gd name="connsiteY47" fmla="*/ 214468 h 364097"/>
              <a:gd name="connsiteX48" fmla="*/ 213222 w 1108502"/>
              <a:gd name="connsiteY48" fmla="*/ 182048 h 364097"/>
              <a:gd name="connsiteX49" fmla="*/ 180802 w 1108502"/>
              <a:gd name="connsiteY49" fmla="*/ 149629 h 364097"/>
              <a:gd name="connsiteX50" fmla="*/ 330431 w 1108502"/>
              <a:gd name="connsiteY50" fmla="*/ 149629 h 364097"/>
              <a:gd name="connsiteX51" fmla="*/ 298011 w 1108502"/>
              <a:gd name="connsiteY51" fmla="*/ 182048 h 364097"/>
              <a:gd name="connsiteX52" fmla="*/ 330431 w 1108502"/>
              <a:gd name="connsiteY52" fmla="*/ 214468 h 364097"/>
              <a:gd name="connsiteX53" fmla="*/ 362851 w 1108502"/>
              <a:gd name="connsiteY53" fmla="*/ 182048 h 364097"/>
              <a:gd name="connsiteX54" fmla="*/ 330431 w 1108502"/>
              <a:gd name="connsiteY54" fmla="*/ 149629 h 364097"/>
              <a:gd name="connsiteX55" fmla="*/ 480060 w 1108502"/>
              <a:gd name="connsiteY55" fmla="*/ 149629 h 364097"/>
              <a:gd name="connsiteX56" fmla="*/ 447640 w 1108502"/>
              <a:gd name="connsiteY56" fmla="*/ 182048 h 364097"/>
              <a:gd name="connsiteX57" fmla="*/ 480060 w 1108502"/>
              <a:gd name="connsiteY57" fmla="*/ 214468 h 364097"/>
              <a:gd name="connsiteX58" fmla="*/ 512480 w 1108502"/>
              <a:gd name="connsiteY58" fmla="*/ 182048 h 364097"/>
              <a:gd name="connsiteX59" fmla="*/ 480060 w 1108502"/>
              <a:gd name="connsiteY59" fmla="*/ 149629 h 364097"/>
              <a:gd name="connsiteX60" fmla="*/ 628442 w 1108502"/>
              <a:gd name="connsiteY60" fmla="*/ 149629 h 364097"/>
              <a:gd name="connsiteX61" fmla="*/ 596022 w 1108502"/>
              <a:gd name="connsiteY61" fmla="*/ 182048 h 364097"/>
              <a:gd name="connsiteX62" fmla="*/ 628442 w 1108502"/>
              <a:gd name="connsiteY62" fmla="*/ 214468 h 364097"/>
              <a:gd name="connsiteX63" fmla="*/ 660862 w 1108502"/>
              <a:gd name="connsiteY63" fmla="*/ 182048 h 364097"/>
              <a:gd name="connsiteX64" fmla="*/ 628442 w 1108502"/>
              <a:gd name="connsiteY64" fmla="*/ 149629 h 364097"/>
              <a:gd name="connsiteX65" fmla="*/ 778071 w 1108502"/>
              <a:gd name="connsiteY65" fmla="*/ 149629 h 364097"/>
              <a:gd name="connsiteX66" fmla="*/ 745652 w 1108502"/>
              <a:gd name="connsiteY66" fmla="*/ 182048 h 364097"/>
              <a:gd name="connsiteX67" fmla="*/ 778071 w 1108502"/>
              <a:gd name="connsiteY67" fmla="*/ 214468 h 364097"/>
              <a:gd name="connsiteX68" fmla="*/ 810491 w 1108502"/>
              <a:gd name="connsiteY68" fmla="*/ 182048 h 364097"/>
              <a:gd name="connsiteX69" fmla="*/ 778071 w 1108502"/>
              <a:gd name="connsiteY69" fmla="*/ 149629 h 364097"/>
              <a:gd name="connsiteX70" fmla="*/ 926453 w 1108502"/>
              <a:gd name="connsiteY70" fmla="*/ 149629 h 364097"/>
              <a:gd name="connsiteX71" fmla="*/ 894034 w 1108502"/>
              <a:gd name="connsiteY71" fmla="*/ 182048 h 364097"/>
              <a:gd name="connsiteX72" fmla="*/ 926453 w 1108502"/>
              <a:gd name="connsiteY72" fmla="*/ 214468 h 364097"/>
              <a:gd name="connsiteX73" fmla="*/ 958873 w 1108502"/>
              <a:gd name="connsiteY73" fmla="*/ 182048 h 364097"/>
              <a:gd name="connsiteX74" fmla="*/ 926453 w 1108502"/>
              <a:gd name="connsiteY74" fmla="*/ 149629 h 364097"/>
              <a:gd name="connsiteX75" fmla="*/ 1076082 w 1108502"/>
              <a:gd name="connsiteY75" fmla="*/ 149629 h 364097"/>
              <a:gd name="connsiteX76" fmla="*/ 1043663 w 1108502"/>
              <a:gd name="connsiteY76" fmla="*/ 182048 h 364097"/>
              <a:gd name="connsiteX77" fmla="*/ 1076082 w 1108502"/>
              <a:gd name="connsiteY77" fmla="*/ 214468 h 364097"/>
              <a:gd name="connsiteX78" fmla="*/ 1108503 w 1108502"/>
              <a:gd name="connsiteY78" fmla="*/ 182048 h 364097"/>
              <a:gd name="connsiteX79" fmla="*/ 1076082 w 1108502"/>
              <a:gd name="connsiteY79" fmla="*/ 149629 h 364097"/>
              <a:gd name="connsiteX80" fmla="*/ 32420 w 1108502"/>
              <a:gd name="connsiteY80" fmla="*/ 299258 h 364097"/>
              <a:gd name="connsiteX81" fmla="*/ 0 w 1108502"/>
              <a:gd name="connsiteY81" fmla="*/ 331678 h 364097"/>
              <a:gd name="connsiteX82" fmla="*/ 32420 w 1108502"/>
              <a:gd name="connsiteY82" fmla="*/ 364097 h 364097"/>
              <a:gd name="connsiteX83" fmla="*/ 64839 w 1108502"/>
              <a:gd name="connsiteY83" fmla="*/ 331678 h 364097"/>
              <a:gd name="connsiteX84" fmla="*/ 32420 w 1108502"/>
              <a:gd name="connsiteY84" fmla="*/ 299258 h 364097"/>
              <a:gd name="connsiteX85" fmla="*/ 180802 w 1108502"/>
              <a:gd name="connsiteY85" fmla="*/ 299258 h 364097"/>
              <a:gd name="connsiteX86" fmla="*/ 148382 w 1108502"/>
              <a:gd name="connsiteY86" fmla="*/ 331678 h 364097"/>
              <a:gd name="connsiteX87" fmla="*/ 180802 w 1108502"/>
              <a:gd name="connsiteY87" fmla="*/ 364097 h 364097"/>
              <a:gd name="connsiteX88" fmla="*/ 213222 w 1108502"/>
              <a:gd name="connsiteY88" fmla="*/ 331678 h 364097"/>
              <a:gd name="connsiteX89" fmla="*/ 180802 w 1108502"/>
              <a:gd name="connsiteY89" fmla="*/ 299258 h 364097"/>
              <a:gd name="connsiteX90" fmla="*/ 330431 w 1108502"/>
              <a:gd name="connsiteY90" fmla="*/ 299258 h 364097"/>
              <a:gd name="connsiteX91" fmla="*/ 298011 w 1108502"/>
              <a:gd name="connsiteY91" fmla="*/ 331678 h 364097"/>
              <a:gd name="connsiteX92" fmla="*/ 330431 w 1108502"/>
              <a:gd name="connsiteY92" fmla="*/ 364097 h 364097"/>
              <a:gd name="connsiteX93" fmla="*/ 362851 w 1108502"/>
              <a:gd name="connsiteY93" fmla="*/ 331678 h 364097"/>
              <a:gd name="connsiteX94" fmla="*/ 330431 w 1108502"/>
              <a:gd name="connsiteY94" fmla="*/ 299258 h 364097"/>
              <a:gd name="connsiteX95" fmla="*/ 480060 w 1108502"/>
              <a:gd name="connsiteY95" fmla="*/ 299258 h 364097"/>
              <a:gd name="connsiteX96" fmla="*/ 447640 w 1108502"/>
              <a:gd name="connsiteY96" fmla="*/ 331678 h 364097"/>
              <a:gd name="connsiteX97" fmla="*/ 480060 w 1108502"/>
              <a:gd name="connsiteY97" fmla="*/ 364097 h 364097"/>
              <a:gd name="connsiteX98" fmla="*/ 512480 w 1108502"/>
              <a:gd name="connsiteY98" fmla="*/ 331678 h 364097"/>
              <a:gd name="connsiteX99" fmla="*/ 480060 w 1108502"/>
              <a:gd name="connsiteY99" fmla="*/ 299258 h 364097"/>
              <a:gd name="connsiteX100" fmla="*/ 628442 w 1108502"/>
              <a:gd name="connsiteY100" fmla="*/ 299258 h 364097"/>
              <a:gd name="connsiteX101" fmla="*/ 596022 w 1108502"/>
              <a:gd name="connsiteY101" fmla="*/ 331678 h 364097"/>
              <a:gd name="connsiteX102" fmla="*/ 628442 w 1108502"/>
              <a:gd name="connsiteY102" fmla="*/ 364097 h 364097"/>
              <a:gd name="connsiteX103" fmla="*/ 660862 w 1108502"/>
              <a:gd name="connsiteY103" fmla="*/ 331678 h 364097"/>
              <a:gd name="connsiteX104" fmla="*/ 628442 w 1108502"/>
              <a:gd name="connsiteY104" fmla="*/ 299258 h 364097"/>
              <a:gd name="connsiteX105" fmla="*/ 778071 w 1108502"/>
              <a:gd name="connsiteY105" fmla="*/ 299258 h 364097"/>
              <a:gd name="connsiteX106" fmla="*/ 745652 w 1108502"/>
              <a:gd name="connsiteY106" fmla="*/ 331678 h 364097"/>
              <a:gd name="connsiteX107" fmla="*/ 778071 w 1108502"/>
              <a:gd name="connsiteY107" fmla="*/ 364097 h 364097"/>
              <a:gd name="connsiteX108" fmla="*/ 810491 w 1108502"/>
              <a:gd name="connsiteY108" fmla="*/ 331678 h 364097"/>
              <a:gd name="connsiteX109" fmla="*/ 778071 w 1108502"/>
              <a:gd name="connsiteY109" fmla="*/ 299258 h 364097"/>
              <a:gd name="connsiteX110" fmla="*/ 926453 w 1108502"/>
              <a:gd name="connsiteY110" fmla="*/ 299258 h 364097"/>
              <a:gd name="connsiteX111" fmla="*/ 894034 w 1108502"/>
              <a:gd name="connsiteY111" fmla="*/ 331678 h 364097"/>
              <a:gd name="connsiteX112" fmla="*/ 926453 w 1108502"/>
              <a:gd name="connsiteY112" fmla="*/ 364097 h 364097"/>
              <a:gd name="connsiteX113" fmla="*/ 958873 w 1108502"/>
              <a:gd name="connsiteY113" fmla="*/ 331678 h 364097"/>
              <a:gd name="connsiteX114" fmla="*/ 926453 w 1108502"/>
              <a:gd name="connsiteY114" fmla="*/ 299258 h 364097"/>
              <a:gd name="connsiteX115" fmla="*/ 1076082 w 1108502"/>
              <a:gd name="connsiteY115" fmla="*/ 299258 h 364097"/>
              <a:gd name="connsiteX116" fmla="*/ 1043663 w 1108502"/>
              <a:gd name="connsiteY116" fmla="*/ 331678 h 364097"/>
              <a:gd name="connsiteX117" fmla="*/ 1076082 w 1108502"/>
              <a:gd name="connsiteY117" fmla="*/ 364097 h 364097"/>
              <a:gd name="connsiteX118" fmla="*/ 1108503 w 1108502"/>
              <a:gd name="connsiteY118" fmla="*/ 331678 h 364097"/>
              <a:gd name="connsiteX119" fmla="*/ 1076082 w 1108502"/>
              <a:gd name="connsiteY119" fmla="*/ 299258 h 364097"/>
            </a:gdLst>
            <a:ahLst/>
            <a:cxnLst/>
            <a:rect l="l" t="t" r="r" b="b"/>
            <a:pathLst>
              <a:path w="1108502" h="364097">
                <a:moveTo>
                  <a:pt x="64839" y="32419"/>
                </a:moveTo>
                <a:cubicBezTo>
                  <a:pt x="64839" y="49876"/>
                  <a:pt x="49876" y="64839"/>
                  <a:pt x="32420" y="64839"/>
                </a:cubicBezTo>
                <a:cubicBezTo>
                  <a:pt x="14963" y="64839"/>
                  <a:pt x="0" y="49876"/>
                  <a:pt x="0" y="32419"/>
                </a:cubicBezTo>
                <a:cubicBezTo>
                  <a:pt x="0" y="14963"/>
                  <a:pt x="14963" y="0"/>
                  <a:pt x="32420" y="0"/>
                </a:cubicBezTo>
                <a:cubicBezTo>
                  <a:pt x="49876" y="1247"/>
                  <a:pt x="64839" y="14963"/>
                  <a:pt x="64839" y="32419"/>
                </a:cubicBezTo>
                <a:close/>
                <a:moveTo>
                  <a:pt x="180802" y="1247"/>
                </a:moveTo>
                <a:cubicBezTo>
                  <a:pt x="163345" y="1247"/>
                  <a:pt x="148382" y="16210"/>
                  <a:pt x="148382" y="33666"/>
                </a:cubicBezTo>
                <a:cubicBezTo>
                  <a:pt x="148382" y="51123"/>
                  <a:pt x="163345" y="66086"/>
                  <a:pt x="180802" y="66086"/>
                </a:cubicBezTo>
                <a:cubicBezTo>
                  <a:pt x="198258" y="66086"/>
                  <a:pt x="213222" y="51123"/>
                  <a:pt x="213222" y="33666"/>
                </a:cubicBezTo>
                <a:cubicBezTo>
                  <a:pt x="213222" y="14963"/>
                  <a:pt x="199505" y="1247"/>
                  <a:pt x="180802" y="1247"/>
                </a:cubicBezTo>
                <a:close/>
                <a:moveTo>
                  <a:pt x="64839" y="182048"/>
                </a:moveTo>
                <a:cubicBezTo>
                  <a:pt x="64839" y="164592"/>
                  <a:pt x="49876" y="149629"/>
                  <a:pt x="32420" y="149629"/>
                </a:cubicBezTo>
                <a:cubicBezTo>
                  <a:pt x="14963" y="149629"/>
                  <a:pt x="0" y="164592"/>
                  <a:pt x="0" y="182048"/>
                </a:cubicBezTo>
                <a:cubicBezTo>
                  <a:pt x="0" y="199505"/>
                  <a:pt x="14963" y="214468"/>
                  <a:pt x="32420" y="214468"/>
                </a:cubicBezTo>
                <a:cubicBezTo>
                  <a:pt x="49876" y="214468"/>
                  <a:pt x="64839" y="199505"/>
                  <a:pt x="64839" y="182048"/>
                </a:cubicBezTo>
                <a:close/>
                <a:moveTo>
                  <a:pt x="330431" y="1247"/>
                </a:moveTo>
                <a:cubicBezTo>
                  <a:pt x="312974" y="1247"/>
                  <a:pt x="298011" y="16210"/>
                  <a:pt x="298011" y="33666"/>
                </a:cubicBezTo>
                <a:cubicBezTo>
                  <a:pt x="298011" y="51123"/>
                  <a:pt x="312974" y="66086"/>
                  <a:pt x="330431" y="66086"/>
                </a:cubicBezTo>
                <a:cubicBezTo>
                  <a:pt x="347888" y="66086"/>
                  <a:pt x="362851" y="51123"/>
                  <a:pt x="362851" y="33666"/>
                </a:cubicBezTo>
                <a:cubicBezTo>
                  <a:pt x="362851" y="14963"/>
                  <a:pt x="347888" y="1247"/>
                  <a:pt x="330431" y="1247"/>
                </a:cubicBezTo>
                <a:close/>
                <a:moveTo>
                  <a:pt x="480060" y="1247"/>
                </a:moveTo>
                <a:cubicBezTo>
                  <a:pt x="462603" y="1247"/>
                  <a:pt x="447640" y="16210"/>
                  <a:pt x="447640" y="33666"/>
                </a:cubicBezTo>
                <a:cubicBezTo>
                  <a:pt x="447640" y="51123"/>
                  <a:pt x="462603" y="66086"/>
                  <a:pt x="480060" y="66086"/>
                </a:cubicBezTo>
                <a:cubicBezTo>
                  <a:pt x="497517" y="66086"/>
                  <a:pt x="512480" y="51123"/>
                  <a:pt x="512480" y="33666"/>
                </a:cubicBezTo>
                <a:cubicBezTo>
                  <a:pt x="511233" y="14963"/>
                  <a:pt x="497517" y="1247"/>
                  <a:pt x="480060" y="1247"/>
                </a:cubicBezTo>
                <a:close/>
                <a:moveTo>
                  <a:pt x="628442" y="1247"/>
                </a:moveTo>
                <a:cubicBezTo>
                  <a:pt x="610985" y="1247"/>
                  <a:pt x="596022" y="16210"/>
                  <a:pt x="596022" y="33666"/>
                </a:cubicBezTo>
                <a:cubicBezTo>
                  <a:pt x="596022" y="51123"/>
                  <a:pt x="610985" y="66086"/>
                  <a:pt x="628442" y="66086"/>
                </a:cubicBezTo>
                <a:cubicBezTo>
                  <a:pt x="645899" y="66086"/>
                  <a:pt x="660862" y="51123"/>
                  <a:pt x="660862" y="33666"/>
                </a:cubicBezTo>
                <a:cubicBezTo>
                  <a:pt x="660862" y="14963"/>
                  <a:pt x="645899" y="1247"/>
                  <a:pt x="628442" y="1247"/>
                </a:cubicBezTo>
                <a:close/>
                <a:moveTo>
                  <a:pt x="778071" y="1247"/>
                </a:moveTo>
                <a:cubicBezTo>
                  <a:pt x="760615" y="1247"/>
                  <a:pt x="745652" y="16210"/>
                  <a:pt x="745652" y="33666"/>
                </a:cubicBezTo>
                <a:cubicBezTo>
                  <a:pt x="745652" y="51123"/>
                  <a:pt x="760615" y="66086"/>
                  <a:pt x="778071" y="66086"/>
                </a:cubicBezTo>
                <a:cubicBezTo>
                  <a:pt x="795528" y="66086"/>
                  <a:pt x="810491" y="51123"/>
                  <a:pt x="810491" y="33666"/>
                </a:cubicBezTo>
                <a:cubicBezTo>
                  <a:pt x="809244" y="14963"/>
                  <a:pt x="795528" y="1247"/>
                  <a:pt x="778071" y="1247"/>
                </a:cubicBezTo>
                <a:close/>
                <a:moveTo>
                  <a:pt x="926453" y="1247"/>
                </a:moveTo>
                <a:cubicBezTo>
                  <a:pt x="908997" y="1247"/>
                  <a:pt x="894034" y="16210"/>
                  <a:pt x="894034" y="33666"/>
                </a:cubicBezTo>
                <a:cubicBezTo>
                  <a:pt x="894034" y="51123"/>
                  <a:pt x="908997" y="66086"/>
                  <a:pt x="926453" y="66086"/>
                </a:cubicBezTo>
                <a:cubicBezTo>
                  <a:pt x="943910" y="66086"/>
                  <a:pt x="958873" y="51123"/>
                  <a:pt x="958873" y="33666"/>
                </a:cubicBezTo>
                <a:cubicBezTo>
                  <a:pt x="958873" y="14963"/>
                  <a:pt x="943910" y="1247"/>
                  <a:pt x="926453" y="1247"/>
                </a:cubicBezTo>
                <a:close/>
                <a:moveTo>
                  <a:pt x="1076082" y="1247"/>
                </a:moveTo>
                <a:cubicBezTo>
                  <a:pt x="1058626" y="1247"/>
                  <a:pt x="1043663" y="16210"/>
                  <a:pt x="1043663" y="33666"/>
                </a:cubicBezTo>
                <a:cubicBezTo>
                  <a:pt x="1043663" y="51123"/>
                  <a:pt x="1058626" y="66086"/>
                  <a:pt x="1076082" y="66086"/>
                </a:cubicBezTo>
                <a:cubicBezTo>
                  <a:pt x="1093539" y="66086"/>
                  <a:pt x="1108503" y="51123"/>
                  <a:pt x="1108503" y="33666"/>
                </a:cubicBezTo>
                <a:cubicBezTo>
                  <a:pt x="1107255" y="14963"/>
                  <a:pt x="1093539" y="1247"/>
                  <a:pt x="1076082" y="1247"/>
                </a:cubicBezTo>
                <a:close/>
                <a:moveTo>
                  <a:pt x="180802" y="149629"/>
                </a:moveTo>
                <a:cubicBezTo>
                  <a:pt x="163345" y="149629"/>
                  <a:pt x="148382" y="164592"/>
                  <a:pt x="148382" y="182048"/>
                </a:cubicBezTo>
                <a:cubicBezTo>
                  <a:pt x="148382" y="199505"/>
                  <a:pt x="163345" y="214468"/>
                  <a:pt x="180802" y="214468"/>
                </a:cubicBezTo>
                <a:cubicBezTo>
                  <a:pt x="198258" y="214468"/>
                  <a:pt x="213222" y="199505"/>
                  <a:pt x="213222" y="182048"/>
                </a:cubicBezTo>
                <a:cubicBezTo>
                  <a:pt x="213222" y="164592"/>
                  <a:pt x="199505" y="149629"/>
                  <a:pt x="180802" y="149629"/>
                </a:cubicBezTo>
                <a:close/>
                <a:moveTo>
                  <a:pt x="330431" y="149629"/>
                </a:moveTo>
                <a:cubicBezTo>
                  <a:pt x="312974" y="149629"/>
                  <a:pt x="298011" y="164592"/>
                  <a:pt x="298011" y="182048"/>
                </a:cubicBezTo>
                <a:cubicBezTo>
                  <a:pt x="298011" y="199505"/>
                  <a:pt x="312974" y="214468"/>
                  <a:pt x="330431" y="214468"/>
                </a:cubicBezTo>
                <a:cubicBezTo>
                  <a:pt x="347888" y="214468"/>
                  <a:pt x="362851" y="199505"/>
                  <a:pt x="362851" y="182048"/>
                </a:cubicBezTo>
                <a:cubicBezTo>
                  <a:pt x="362851" y="164592"/>
                  <a:pt x="347888" y="149629"/>
                  <a:pt x="330431" y="149629"/>
                </a:cubicBezTo>
                <a:close/>
                <a:moveTo>
                  <a:pt x="480060" y="149629"/>
                </a:moveTo>
                <a:cubicBezTo>
                  <a:pt x="462603" y="149629"/>
                  <a:pt x="447640" y="164592"/>
                  <a:pt x="447640" y="182048"/>
                </a:cubicBezTo>
                <a:cubicBezTo>
                  <a:pt x="447640" y="199505"/>
                  <a:pt x="462603" y="214468"/>
                  <a:pt x="480060" y="214468"/>
                </a:cubicBezTo>
                <a:cubicBezTo>
                  <a:pt x="497517" y="214468"/>
                  <a:pt x="512480" y="199505"/>
                  <a:pt x="512480" y="182048"/>
                </a:cubicBezTo>
                <a:cubicBezTo>
                  <a:pt x="512480" y="164592"/>
                  <a:pt x="497517" y="149629"/>
                  <a:pt x="480060" y="149629"/>
                </a:cubicBezTo>
                <a:close/>
                <a:moveTo>
                  <a:pt x="628442" y="149629"/>
                </a:moveTo>
                <a:cubicBezTo>
                  <a:pt x="610985" y="149629"/>
                  <a:pt x="596022" y="164592"/>
                  <a:pt x="596022" y="182048"/>
                </a:cubicBezTo>
                <a:cubicBezTo>
                  <a:pt x="596022" y="199505"/>
                  <a:pt x="610985" y="214468"/>
                  <a:pt x="628442" y="214468"/>
                </a:cubicBezTo>
                <a:cubicBezTo>
                  <a:pt x="645899" y="214468"/>
                  <a:pt x="660862" y="199505"/>
                  <a:pt x="660862" y="182048"/>
                </a:cubicBezTo>
                <a:cubicBezTo>
                  <a:pt x="660862" y="164592"/>
                  <a:pt x="645899" y="149629"/>
                  <a:pt x="628442" y="149629"/>
                </a:cubicBezTo>
                <a:close/>
                <a:moveTo>
                  <a:pt x="778071" y="149629"/>
                </a:moveTo>
                <a:cubicBezTo>
                  <a:pt x="760615" y="149629"/>
                  <a:pt x="745652" y="164592"/>
                  <a:pt x="745652" y="182048"/>
                </a:cubicBezTo>
                <a:cubicBezTo>
                  <a:pt x="745652" y="199505"/>
                  <a:pt x="760615" y="214468"/>
                  <a:pt x="778071" y="214468"/>
                </a:cubicBezTo>
                <a:cubicBezTo>
                  <a:pt x="795528" y="214468"/>
                  <a:pt x="810491" y="199505"/>
                  <a:pt x="810491" y="182048"/>
                </a:cubicBezTo>
                <a:cubicBezTo>
                  <a:pt x="810491" y="164592"/>
                  <a:pt x="795528" y="149629"/>
                  <a:pt x="778071" y="149629"/>
                </a:cubicBezTo>
                <a:close/>
                <a:moveTo>
                  <a:pt x="926453" y="149629"/>
                </a:moveTo>
                <a:cubicBezTo>
                  <a:pt x="908997" y="149629"/>
                  <a:pt x="894034" y="164592"/>
                  <a:pt x="894034" y="182048"/>
                </a:cubicBezTo>
                <a:cubicBezTo>
                  <a:pt x="894034" y="199505"/>
                  <a:pt x="908997" y="214468"/>
                  <a:pt x="926453" y="214468"/>
                </a:cubicBezTo>
                <a:cubicBezTo>
                  <a:pt x="943910" y="214468"/>
                  <a:pt x="958873" y="199505"/>
                  <a:pt x="958873" y="182048"/>
                </a:cubicBezTo>
                <a:cubicBezTo>
                  <a:pt x="958873" y="164592"/>
                  <a:pt x="943910" y="149629"/>
                  <a:pt x="926453" y="149629"/>
                </a:cubicBezTo>
                <a:close/>
                <a:moveTo>
                  <a:pt x="1076082" y="149629"/>
                </a:moveTo>
                <a:cubicBezTo>
                  <a:pt x="1058626" y="149629"/>
                  <a:pt x="1043663" y="164592"/>
                  <a:pt x="1043663" y="182048"/>
                </a:cubicBezTo>
                <a:cubicBezTo>
                  <a:pt x="1043663" y="199505"/>
                  <a:pt x="1058626" y="214468"/>
                  <a:pt x="1076082" y="214468"/>
                </a:cubicBezTo>
                <a:cubicBezTo>
                  <a:pt x="1093539" y="214468"/>
                  <a:pt x="1108503" y="199505"/>
                  <a:pt x="1108503" y="182048"/>
                </a:cubicBezTo>
                <a:cubicBezTo>
                  <a:pt x="1108503" y="164592"/>
                  <a:pt x="1093539" y="149629"/>
                  <a:pt x="1076082" y="149629"/>
                </a:cubicBezTo>
                <a:close/>
                <a:moveTo>
                  <a:pt x="32420" y="299258"/>
                </a:moveTo>
                <a:cubicBezTo>
                  <a:pt x="14963" y="299258"/>
                  <a:pt x="0" y="314221"/>
                  <a:pt x="0" y="331678"/>
                </a:cubicBezTo>
                <a:cubicBezTo>
                  <a:pt x="0" y="349135"/>
                  <a:pt x="14963" y="364097"/>
                  <a:pt x="32420" y="364097"/>
                </a:cubicBezTo>
                <a:cubicBezTo>
                  <a:pt x="49876" y="364097"/>
                  <a:pt x="64839" y="349135"/>
                  <a:pt x="64839" y="331678"/>
                </a:cubicBezTo>
                <a:cubicBezTo>
                  <a:pt x="64839" y="314221"/>
                  <a:pt x="49876" y="299258"/>
                  <a:pt x="32420" y="299258"/>
                </a:cubicBezTo>
                <a:close/>
                <a:moveTo>
                  <a:pt x="180802" y="299258"/>
                </a:moveTo>
                <a:cubicBezTo>
                  <a:pt x="163345" y="299258"/>
                  <a:pt x="148382" y="314221"/>
                  <a:pt x="148382" y="331678"/>
                </a:cubicBezTo>
                <a:cubicBezTo>
                  <a:pt x="148382" y="349135"/>
                  <a:pt x="163345" y="364097"/>
                  <a:pt x="180802" y="364097"/>
                </a:cubicBezTo>
                <a:cubicBezTo>
                  <a:pt x="198258" y="364097"/>
                  <a:pt x="213222" y="349135"/>
                  <a:pt x="213222" y="331678"/>
                </a:cubicBezTo>
                <a:cubicBezTo>
                  <a:pt x="213222" y="314221"/>
                  <a:pt x="199505" y="299258"/>
                  <a:pt x="180802" y="299258"/>
                </a:cubicBezTo>
                <a:close/>
                <a:moveTo>
                  <a:pt x="330431" y="299258"/>
                </a:moveTo>
                <a:cubicBezTo>
                  <a:pt x="312974" y="299258"/>
                  <a:pt x="298011" y="314221"/>
                  <a:pt x="298011" y="331678"/>
                </a:cubicBezTo>
                <a:cubicBezTo>
                  <a:pt x="298011" y="349135"/>
                  <a:pt x="312974" y="364097"/>
                  <a:pt x="330431" y="364097"/>
                </a:cubicBezTo>
                <a:cubicBezTo>
                  <a:pt x="347888" y="364097"/>
                  <a:pt x="362851" y="349135"/>
                  <a:pt x="362851" y="331678"/>
                </a:cubicBezTo>
                <a:cubicBezTo>
                  <a:pt x="362851" y="314221"/>
                  <a:pt x="347888" y="299258"/>
                  <a:pt x="330431" y="299258"/>
                </a:cubicBezTo>
                <a:close/>
                <a:moveTo>
                  <a:pt x="480060" y="299258"/>
                </a:moveTo>
                <a:cubicBezTo>
                  <a:pt x="462603" y="299258"/>
                  <a:pt x="447640" y="314221"/>
                  <a:pt x="447640" y="331678"/>
                </a:cubicBezTo>
                <a:cubicBezTo>
                  <a:pt x="447640" y="349135"/>
                  <a:pt x="462603" y="364097"/>
                  <a:pt x="480060" y="364097"/>
                </a:cubicBezTo>
                <a:cubicBezTo>
                  <a:pt x="497517" y="364097"/>
                  <a:pt x="512480" y="349135"/>
                  <a:pt x="512480" y="331678"/>
                </a:cubicBezTo>
                <a:cubicBezTo>
                  <a:pt x="512480" y="314221"/>
                  <a:pt x="497517" y="299258"/>
                  <a:pt x="480060" y="299258"/>
                </a:cubicBezTo>
                <a:close/>
                <a:moveTo>
                  <a:pt x="628442" y="299258"/>
                </a:moveTo>
                <a:cubicBezTo>
                  <a:pt x="610985" y="299258"/>
                  <a:pt x="596022" y="314221"/>
                  <a:pt x="596022" y="331678"/>
                </a:cubicBezTo>
                <a:cubicBezTo>
                  <a:pt x="596022" y="349135"/>
                  <a:pt x="610985" y="364097"/>
                  <a:pt x="628442" y="364097"/>
                </a:cubicBezTo>
                <a:cubicBezTo>
                  <a:pt x="645899" y="364097"/>
                  <a:pt x="660862" y="349135"/>
                  <a:pt x="660862" y="331678"/>
                </a:cubicBezTo>
                <a:cubicBezTo>
                  <a:pt x="660862" y="314221"/>
                  <a:pt x="645899" y="299258"/>
                  <a:pt x="628442" y="299258"/>
                </a:cubicBezTo>
                <a:close/>
                <a:moveTo>
                  <a:pt x="778071" y="299258"/>
                </a:moveTo>
                <a:cubicBezTo>
                  <a:pt x="760615" y="299258"/>
                  <a:pt x="745652" y="314221"/>
                  <a:pt x="745652" y="331678"/>
                </a:cubicBezTo>
                <a:cubicBezTo>
                  <a:pt x="745652" y="349135"/>
                  <a:pt x="760615" y="364097"/>
                  <a:pt x="778071" y="364097"/>
                </a:cubicBezTo>
                <a:cubicBezTo>
                  <a:pt x="795528" y="364097"/>
                  <a:pt x="810491" y="349135"/>
                  <a:pt x="810491" y="331678"/>
                </a:cubicBezTo>
                <a:cubicBezTo>
                  <a:pt x="810491" y="314221"/>
                  <a:pt x="795528" y="299258"/>
                  <a:pt x="778071" y="299258"/>
                </a:cubicBezTo>
                <a:close/>
                <a:moveTo>
                  <a:pt x="926453" y="299258"/>
                </a:moveTo>
                <a:cubicBezTo>
                  <a:pt x="908997" y="299258"/>
                  <a:pt x="894034" y="314221"/>
                  <a:pt x="894034" y="331678"/>
                </a:cubicBezTo>
                <a:cubicBezTo>
                  <a:pt x="894034" y="349135"/>
                  <a:pt x="908997" y="364097"/>
                  <a:pt x="926453" y="364097"/>
                </a:cubicBezTo>
                <a:cubicBezTo>
                  <a:pt x="943910" y="364097"/>
                  <a:pt x="958873" y="349135"/>
                  <a:pt x="958873" y="331678"/>
                </a:cubicBezTo>
                <a:cubicBezTo>
                  <a:pt x="958873" y="314221"/>
                  <a:pt x="943910" y="299258"/>
                  <a:pt x="926453" y="299258"/>
                </a:cubicBezTo>
                <a:close/>
                <a:moveTo>
                  <a:pt x="1076082" y="299258"/>
                </a:moveTo>
                <a:cubicBezTo>
                  <a:pt x="1058626" y="299258"/>
                  <a:pt x="1043663" y="314221"/>
                  <a:pt x="1043663" y="331678"/>
                </a:cubicBezTo>
                <a:cubicBezTo>
                  <a:pt x="1043663" y="349135"/>
                  <a:pt x="1058626" y="364097"/>
                  <a:pt x="1076082" y="364097"/>
                </a:cubicBezTo>
                <a:cubicBezTo>
                  <a:pt x="1093539" y="364097"/>
                  <a:pt x="1108503" y="349135"/>
                  <a:pt x="1108503" y="331678"/>
                </a:cubicBezTo>
                <a:cubicBezTo>
                  <a:pt x="1108503" y="314221"/>
                  <a:pt x="1093539" y="299258"/>
                  <a:pt x="1076082" y="299258"/>
                </a:cubicBezTo>
                <a:close/>
              </a:path>
            </a:pathLst>
          </a:custGeom>
          <a:solidFill>
            <a:schemeClr val="accent1"/>
          </a:solidFill>
          <a:ln w="12468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C4744E9C-0E86-DB4E-965E-7FF0A7B9156E}"/>
              </a:ext>
            </a:extLst>
          </p:cNvPr>
          <p:cNvSpPr txBox="1"/>
          <p:nvPr/>
        </p:nvSpPr>
        <p:spPr>
          <a:xfrm>
            <a:off x="2744699" y="1449509"/>
            <a:ext cx="6725653" cy="2111448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8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感谢聆听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BC0A3ACD-0057-0AE9-3816-B2C0EBF47718}"/>
              </a:ext>
            </a:extLst>
          </p:cNvPr>
          <p:cNvSpPr txBox="1"/>
          <p:nvPr/>
        </p:nvSpPr>
        <p:spPr>
          <a:xfrm flipH="1">
            <a:off x="9237441" y="3064042"/>
            <a:ext cx="1229856" cy="415435"/>
          </a:xfrm>
          <a:custGeom>
            <a:avLst/>
            <a:gdLst>
              <a:gd name="connsiteX0" fmla="*/ 985324 w 1954210"/>
              <a:gd name="connsiteY0" fmla="*/ 0 h 1147870"/>
              <a:gd name="connsiteX1" fmla="*/ 1280281 w 1954210"/>
              <a:gd name="connsiteY1" fmla="*/ 0 h 1147870"/>
              <a:gd name="connsiteX2" fmla="*/ 1462005 w 1954210"/>
              <a:gd name="connsiteY2" fmla="*/ 574392 h 1147870"/>
              <a:gd name="connsiteX3" fmla="*/ 1280281 w 1954210"/>
              <a:gd name="connsiteY3" fmla="*/ 1147870 h 1147870"/>
              <a:gd name="connsiteX4" fmla="*/ 985324 w 1954210"/>
              <a:gd name="connsiteY4" fmla="*/ 1147870 h 1147870"/>
              <a:gd name="connsiteX5" fmla="*/ 1167960 w 1954210"/>
              <a:gd name="connsiteY5" fmla="*/ 574392 h 1147870"/>
              <a:gd name="connsiteX6" fmla="*/ 0 w 1954210"/>
              <a:gd name="connsiteY6" fmla="*/ 0 h 1147870"/>
              <a:gd name="connsiteX7" fmla="*/ 294045 w 1954210"/>
              <a:gd name="connsiteY7" fmla="*/ 0 h 1147870"/>
              <a:gd name="connsiteX8" fmla="*/ 475768 w 1954210"/>
              <a:gd name="connsiteY8" fmla="*/ 574392 h 1147870"/>
              <a:gd name="connsiteX9" fmla="*/ 294045 w 1954210"/>
              <a:gd name="connsiteY9" fmla="*/ 1147870 h 1147870"/>
              <a:gd name="connsiteX10" fmla="*/ 0 w 1954210"/>
              <a:gd name="connsiteY10" fmla="*/ 1147870 h 1147870"/>
              <a:gd name="connsiteX11" fmla="*/ 181724 w 1954210"/>
              <a:gd name="connsiteY11" fmla="*/ 574392 h 1147870"/>
              <a:gd name="connsiteX12" fmla="*/ 493118 w 1954210"/>
              <a:gd name="connsiteY12" fmla="*/ 0 h 1147870"/>
              <a:gd name="connsiteX13" fmla="*/ 787163 w 1954210"/>
              <a:gd name="connsiteY13" fmla="*/ 0 h 1147870"/>
              <a:gd name="connsiteX14" fmla="*/ 968886 w 1954210"/>
              <a:gd name="connsiteY14" fmla="*/ 574392 h 1147870"/>
              <a:gd name="connsiteX15" fmla="*/ 787163 w 1954210"/>
              <a:gd name="connsiteY15" fmla="*/ 1147870 h 1147870"/>
              <a:gd name="connsiteX16" fmla="*/ 493118 w 1954210"/>
              <a:gd name="connsiteY16" fmla="*/ 1147870 h 1147870"/>
              <a:gd name="connsiteX17" fmla="*/ 674842 w 1954210"/>
              <a:gd name="connsiteY17" fmla="*/ 574392 h 1147870"/>
              <a:gd name="connsiteX18" fmla="*/ 1478442 w 1954210"/>
              <a:gd name="connsiteY18" fmla="*/ 0 h 1147870"/>
              <a:gd name="connsiteX19" fmla="*/ 1772486 w 1954210"/>
              <a:gd name="connsiteY19" fmla="*/ 0 h 1147870"/>
              <a:gd name="connsiteX20" fmla="*/ 1954210 w 1954210"/>
              <a:gd name="connsiteY20" fmla="*/ 574392 h 1147870"/>
              <a:gd name="connsiteX21" fmla="*/ 1772486 w 1954210"/>
              <a:gd name="connsiteY21" fmla="*/ 1147870 h 1147870"/>
              <a:gd name="connsiteX22" fmla="*/ 1478442 w 1954210"/>
              <a:gd name="connsiteY22" fmla="*/ 1147870 h 1147870"/>
              <a:gd name="connsiteX23" fmla="*/ 1660166 w 1954210"/>
              <a:gd name="connsiteY23" fmla="*/ 574392 h 1147870"/>
            </a:gdLst>
            <a:ahLst/>
            <a:cxnLst/>
            <a:rect l="l" t="t" r="r" b="b"/>
            <a:pathLst>
              <a:path w="1954210" h="1147870">
                <a:moveTo>
                  <a:pt x="985324" y="0"/>
                </a:moveTo>
                <a:lnTo>
                  <a:pt x="1280281" y="0"/>
                </a:lnTo>
                <a:lnTo>
                  <a:pt x="1462005" y="574392"/>
                </a:lnTo>
                <a:lnTo>
                  <a:pt x="1280281" y="1147870"/>
                </a:lnTo>
                <a:lnTo>
                  <a:pt x="985324" y="1147870"/>
                </a:lnTo>
                <a:lnTo>
                  <a:pt x="1167960" y="574392"/>
                </a:lnTo>
                <a:close/>
                <a:moveTo>
                  <a:pt x="0" y="0"/>
                </a:moveTo>
                <a:lnTo>
                  <a:pt x="294045" y="0"/>
                </a:lnTo>
                <a:lnTo>
                  <a:pt x="475768" y="574392"/>
                </a:lnTo>
                <a:lnTo>
                  <a:pt x="294045" y="1147870"/>
                </a:lnTo>
                <a:lnTo>
                  <a:pt x="0" y="1147870"/>
                </a:lnTo>
                <a:lnTo>
                  <a:pt x="181724" y="574392"/>
                </a:lnTo>
                <a:close/>
                <a:moveTo>
                  <a:pt x="493118" y="0"/>
                </a:moveTo>
                <a:lnTo>
                  <a:pt x="787163" y="0"/>
                </a:lnTo>
                <a:lnTo>
                  <a:pt x="968886" y="574392"/>
                </a:lnTo>
                <a:lnTo>
                  <a:pt x="787163" y="1147870"/>
                </a:lnTo>
                <a:lnTo>
                  <a:pt x="493118" y="1147870"/>
                </a:lnTo>
                <a:lnTo>
                  <a:pt x="674842" y="574392"/>
                </a:lnTo>
                <a:close/>
                <a:moveTo>
                  <a:pt x="1478442" y="0"/>
                </a:moveTo>
                <a:lnTo>
                  <a:pt x="1772486" y="0"/>
                </a:lnTo>
                <a:lnTo>
                  <a:pt x="1954210" y="574392"/>
                </a:lnTo>
                <a:lnTo>
                  <a:pt x="1772486" y="1147870"/>
                </a:lnTo>
                <a:lnTo>
                  <a:pt x="1478442" y="1147870"/>
                </a:lnTo>
                <a:lnTo>
                  <a:pt x="1660166" y="574392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0"/>
          </a:gradFill>
          <a:ln w="9128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C080F86A-EEB1-47AB-5126-4051FE574D67}"/>
              </a:ext>
            </a:extLst>
          </p:cNvPr>
          <p:cNvSpPr txBox="1"/>
          <p:nvPr/>
        </p:nvSpPr>
        <p:spPr>
          <a:xfrm flipH="1">
            <a:off x="1459831" y="1872320"/>
            <a:ext cx="1261006" cy="425957"/>
          </a:xfrm>
          <a:custGeom>
            <a:avLst/>
            <a:gdLst>
              <a:gd name="connsiteX0" fmla="*/ 985324 w 1954210"/>
              <a:gd name="connsiteY0" fmla="*/ 0 h 1147870"/>
              <a:gd name="connsiteX1" fmla="*/ 1280281 w 1954210"/>
              <a:gd name="connsiteY1" fmla="*/ 0 h 1147870"/>
              <a:gd name="connsiteX2" fmla="*/ 1462005 w 1954210"/>
              <a:gd name="connsiteY2" fmla="*/ 574392 h 1147870"/>
              <a:gd name="connsiteX3" fmla="*/ 1280281 w 1954210"/>
              <a:gd name="connsiteY3" fmla="*/ 1147870 h 1147870"/>
              <a:gd name="connsiteX4" fmla="*/ 985324 w 1954210"/>
              <a:gd name="connsiteY4" fmla="*/ 1147870 h 1147870"/>
              <a:gd name="connsiteX5" fmla="*/ 1167960 w 1954210"/>
              <a:gd name="connsiteY5" fmla="*/ 574392 h 1147870"/>
              <a:gd name="connsiteX6" fmla="*/ 0 w 1954210"/>
              <a:gd name="connsiteY6" fmla="*/ 0 h 1147870"/>
              <a:gd name="connsiteX7" fmla="*/ 294045 w 1954210"/>
              <a:gd name="connsiteY7" fmla="*/ 0 h 1147870"/>
              <a:gd name="connsiteX8" fmla="*/ 475768 w 1954210"/>
              <a:gd name="connsiteY8" fmla="*/ 574392 h 1147870"/>
              <a:gd name="connsiteX9" fmla="*/ 294045 w 1954210"/>
              <a:gd name="connsiteY9" fmla="*/ 1147870 h 1147870"/>
              <a:gd name="connsiteX10" fmla="*/ 0 w 1954210"/>
              <a:gd name="connsiteY10" fmla="*/ 1147870 h 1147870"/>
              <a:gd name="connsiteX11" fmla="*/ 181724 w 1954210"/>
              <a:gd name="connsiteY11" fmla="*/ 574392 h 1147870"/>
              <a:gd name="connsiteX12" fmla="*/ 493118 w 1954210"/>
              <a:gd name="connsiteY12" fmla="*/ 0 h 1147870"/>
              <a:gd name="connsiteX13" fmla="*/ 787163 w 1954210"/>
              <a:gd name="connsiteY13" fmla="*/ 0 h 1147870"/>
              <a:gd name="connsiteX14" fmla="*/ 968886 w 1954210"/>
              <a:gd name="connsiteY14" fmla="*/ 574392 h 1147870"/>
              <a:gd name="connsiteX15" fmla="*/ 787163 w 1954210"/>
              <a:gd name="connsiteY15" fmla="*/ 1147870 h 1147870"/>
              <a:gd name="connsiteX16" fmla="*/ 493118 w 1954210"/>
              <a:gd name="connsiteY16" fmla="*/ 1147870 h 1147870"/>
              <a:gd name="connsiteX17" fmla="*/ 674842 w 1954210"/>
              <a:gd name="connsiteY17" fmla="*/ 574392 h 1147870"/>
              <a:gd name="connsiteX18" fmla="*/ 1478442 w 1954210"/>
              <a:gd name="connsiteY18" fmla="*/ 0 h 1147870"/>
              <a:gd name="connsiteX19" fmla="*/ 1772486 w 1954210"/>
              <a:gd name="connsiteY19" fmla="*/ 0 h 1147870"/>
              <a:gd name="connsiteX20" fmla="*/ 1954210 w 1954210"/>
              <a:gd name="connsiteY20" fmla="*/ 574392 h 1147870"/>
              <a:gd name="connsiteX21" fmla="*/ 1772486 w 1954210"/>
              <a:gd name="connsiteY21" fmla="*/ 1147870 h 1147870"/>
              <a:gd name="connsiteX22" fmla="*/ 1478442 w 1954210"/>
              <a:gd name="connsiteY22" fmla="*/ 1147870 h 1147870"/>
              <a:gd name="connsiteX23" fmla="*/ 1660166 w 1954210"/>
              <a:gd name="connsiteY23" fmla="*/ 574392 h 1147870"/>
            </a:gdLst>
            <a:ahLst/>
            <a:cxnLst/>
            <a:rect l="l" t="t" r="r" b="b"/>
            <a:pathLst>
              <a:path w="1954210" h="1147870">
                <a:moveTo>
                  <a:pt x="985324" y="0"/>
                </a:moveTo>
                <a:lnTo>
                  <a:pt x="1280281" y="0"/>
                </a:lnTo>
                <a:lnTo>
                  <a:pt x="1462005" y="574392"/>
                </a:lnTo>
                <a:lnTo>
                  <a:pt x="1280281" y="1147870"/>
                </a:lnTo>
                <a:lnTo>
                  <a:pt x="985324" y="1147870"/>
                </a:lnTo>
                <a:lnTo>
                  <a:pt x="1167960" y="574392"/>
                </a:lnTo>
                <a:close/>
                <a:moveTo>
                  <a:pt x="0" y="0"/>
                </a:moveTo>
                <a:lnTo>
                  <a:pt x="294045" y="0"/>
                </a:lnTo>
                <a:lnTo>
                  <a:pt x="475768" y="574392"/>
                </a:lnTo>
                <a:lnTo>
                  <a:pt x="294045" y="1147870"/>
                </a:lnTo>
                <a:lnTo>
                  <a:pt x="0" y="1147870"/>
                </a:lnTo>
                <a:lnTo>
                  <a:pt x="181724" y="574392"/>
                </a:lnTo>
                <a:close/>
                <a:moveTo>
                  <a:pt x="493118" y="0"/>
                </a:moveTo>
                <a:lnTo>
                  <a:pt x="787163" y="0"/>
                </a:lnTo>
                <a:lnTo>
                  <a:pt x="968886" y="574392"/>
                </a:lnTo>
                <a:lnTo>
                  <a:pt x="787163" y="1147870"/>
                </a:lnTo>
                <a:lnTo>
                  <a:pt x="493118" y="1147870"/>
                </a:lnTo>
                <a:lnTo>
                  <a:pt x="674842" y="574392"/>
                </a:lnTo>
                <a:close/>
                <a:moveTo>
                  <a:pt x="1478442" y="0"/>
                </a:moveTo>
                <a:lnTo>
                  <a:pt x="1772486" y="0"/>
                </a:lnTo>
                <a:lnTo>
                  <a:pt x="1954210" y="574392"/>
                </a:lnTo>
                <a:lnTo>
                  <a:pt x="1772486" y="1147870"/>
                </a:lnTo>
                <a:lnTo>
                  <a:pt x="1478442" y="1147870"/>
                </a:lnTo>
                <a:lnTo>
                  <a:pt x="1660166" y="574392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0"/>
          </a:gradFill>
          <a:ln w="9128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A132392C-F721-7E55-8545-2117AA28AEE2}"/>
              </a:ext>
            </a:extLst>
          </p:cNvPr>
          <p:cNvSpPr txBox="1"/>
          <p:nvPr/>
        </p:nvSpPr>
        <p:spPr>
          <a:xfrm>
            <a:off x="3480089" y="3997718"/>
            <a:ext cx="5231822" cy="576740"/>
          </a:xfrm>
          <a:prstGeom prst="hexagon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/>
              </a:gs>
            </a:gsLst>
            <a:lin ang="21594000" scaled="0"/>
          </a:gradFill>
          <a:ln w="19050" cap="sq">
            <a:solidFill>
              <a:schemeClr val="bg1"/>
            </a:solidFill>
            <a:miter/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CEC7EEE1-55F3-7121-B554-6691C32A6736}"/>
              </a:ext>
            </a:extLst>
          </p:cNvPr>
          <p:cNvSpPr txBox="1"/>
          <p:nvPr/>
        </p:nvSpPr>
        <p:spPr>
          <a:xfrm>
            <a:off x="3749091" y="4055256"/>
            <a:ext cx="4693818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0" i="0" u="none" strike="noStrike" kern="1200" cap="none" spc="0" normalizeH="0" baseline="0" noProof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不确定性人工智能  小组</a:t>
            </a:r>
            <a:r>
              <a:rPr kumimoji="1" lang="en-US" altLang="zh-CN" sz="2400" b="0" i="0" u="none" strike="noStrike" kern="1200" cap="none" spc="0" normalizeH="0" baseline="0" noProof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</a:t>
            </a: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DA59BA46-BFEF-A1A6-0C45-5E9632AC5993}"/>
              </a:ext>
            </a:extLst>
          </p:cNvPr>
          <p:cNvSpPr txBox="1"/>
          <p:nvPr/>
        </p:nvSpPr>
        <p:spPr>
          <a:xfrm flipH="1">
            <a:off x="9995058" y="5639841"/>
            <a:ext cx="1672266" cy="549270"/>
          </a:xfrm>
          <a:custGeom>
            <a:avLst/>
            <a:gdLst>
              <a:gd name="connsiteX0" fmla="*/ 64839 w 1108502"/>
              <a:gd name="connsiteY0" fmla="*/ 32419 h 364097"/>
              <a:gd name="connsiteX1" fmla="*/ 32420 w 1108502"/>
              <a:gd name="connsiteY1" fmla="*/ 64839 h 364097"/>
              <a:gd name="connsiteX2" fmla="*/ 0 w 1108502"/>
              <a:gd name="connsiteY2" fmla="*/ 32419 h 364097"/>
              <a:gd name="connsiteX3" fmla="*/ 32420 w 1108502"/>
              <a:gd name="connsiteY3" fmla="*/ 0 h 364097"/>
              <a:gd name="connsiteX4" fmla="*/ 64839 w 1108502"/>
              <a:gd name="connsiteY4" fmla="*/ 32419 h 364097"/>
              <a:gd name="connsiteX5" fmla="*/ 180802 w 1108502"/>
              <a:gd name="connsiteY5" fmla="*/ 1247 h 364097"/>
              <a:gd name="connsiteX6" fmla="*/ 148382 w 1108502"/>
              <a:gd name="connsiteY6" fmla="*/ 33666 h 364097"/>
              <a:gd name="connsiteX7" fmla="*/ 180802 w 1108502"/>
              <a:gd name="connsiteY7" fmla="*/ 66086 h 364097"/>
              <a:gd name="connsiteX8" fmla="*/ 213222 w 1108502"/>
              <a:gd name="connsiteY8" fmla="*/ 33666 h 364097"/>
              <a:gd name="connsiteX9" fmla="*/ 180802 w 1108502"/>
              <a:gd name="connsiteY9" fmla="*/ 1247 h 364097"/>
              <a:gd name="connsiteX10" fmla="*/ 64839 w 1108502"/>
              <a:gd name="connsiteY10" fmla="*/ 182048 h 364097"/>
              <a:gd name="connsiteX11" fmla="*/ 32420 w 1108502"/>
              <a:gd name="connsiteY11" fmla="*/ 149629 h 364097"/>
              <a:gd name="connsiteX12" fmla="*/ 0 w 1108502"/>
              <a:gd name="connsiteY12" fmla="*/ 182048 h 364097"/>
              <a:gd name="connsiteX13" fmla="*/ 32420 w 1108502"/>
              <a:gd name="connsiteY13" fmla="*/ 214468 h 364097"/>
              <a:gd name="connsiteX14" fmla="*/ 64839 w 1108502"/>
              <a:gd name="connsiteY14" fmla="*/ 182048 h 364097"/>
              <a:gd name="connsiteX15" fmla="*/ 330431 w 1108502"/>
              <a:gd name="connsiteY15" fmla="*/ 1247 h 364097"/>
              <a:gd name="connsiteX16" fmla="*/ 298011 w 1108502"/>
              <a:gd name="connsiteY16" fmla="*/ 33666 h 364097"/>
              <a:gd name="connsiteX17" fmla="*/ 330431 w 1108502"/>
              <a:gd name="connsiteY17" fmla="*/ 66086 h 364097"/>
              <a:gd name="connsiteX18" fmla="*/ 362851 w 1108502"/>
              <a:gd name="connsiteY18" fmla="*/ 33666 h 364097"/>
              <a:gd name="connsiteX19" fmla="*/ 330431 w 1108502"/>
              <a:gd name="connsiteY19" fmla="*/ 1247 h 364097"/>
              <a:gd name="connsiteX20" fmla="*/ 480060 w 1108502"/>
              <a:gd name="connsiteY20" fmla="*/ 1247 h 364097"/>
              <a:gd name="connsiteX21" fmla="*/ 447640 w 1108502"/>
              <a:gd name="connsiteY21" fmla="*/ 33666 h 364097"/>
              <a:gd name="connsiteX22" fmla="*/ 480060 w 1108502"/>
              <a:gd name="connsiteY22" fmla="*/ 66086 h 364097"/>
              <a:gd name="connsiteX23" fmla="*/ 512480 w 1108502"/>
              <a:gd name="connsiteY23" fmla="*/ 33666 h 364097"/>
              <a:gd name="connsiteX24" fmla="*/ 480060 w 1108502"/>
              <a:gd name="connsiteY24" fmla="*/ 1247 h 364097"/>
              <a:gd name="connsiteX25" fmla="*/ 628442 w 1108502"/>
              <a:gd name="connsiteY25" fmla="*/ 1247 h 364097"/>
              <a:gd name="connsiteX26" fmla="*/ 596022 w 1108502"/>
              <a:gd name="connsiteY26" fmla="*/ 33666 h 364097"/>
              <a:gd name="connsiteX27" fmla="*/ 628442 w 1108502"/>
              <a:gd name="connsiteY27" fmla="*/ 66086 h 364097"/>
              <a:gd name="connsiteX28" fmla="*/ 660862 w 1108502"/>
              <a:gd name="connsiteY28" fmla="*/ 33666 h 364097"/>
              <a:gd name="connsiteX29" fmla="*/ 628442 w 1108502"/>
              <a:gd name="connsiteY29" fmla="*/ 1247 h 364097"/>
              <a:gd name="connsiteX30" fmla="*/ 778071 w 1108502"/>
              <a:gd name="connsiteY30" fmla="*/ 1247 h 364097"/>
              <a:gd name="connsiteX31" fmla="*/ 745652 w 1108502"/>
              <a:gd name="connsiteY31" fmla="*/ 33666 h 364097"/>
              <a:gd name="connsiteX32" fmla="*/ 778071 w 1108502"/>
              <a:gd name="connsiteY32" fmla="*/ 66086 h 364097"/>
              <a:gd name="connsiteX33" fmla="*/ 810491 w 1108502"/>
              <a:gd name="connsiteY33" fmla="*/ 33666 h 364097"/>
              <a:gd name="connsiteX34" fmla="*/ 778071 w 1108502"/>
              <a:gd name="connsiteY34" fmla="*/ 1247 h 364097"/>
              <a:gd name="connsiteX35" fmla="*/ 926453 w 1108502"/>
              <a:gd name="connsiteY35" fmla="*/ 1247 h 364097"/>
              <a:gd name="connsiteX36" fmla="*/ 894034 w 1108502"/>
              <a:gd name="connsiteY36" fmla="*/ 33666 h 364097"/>
              <a:gd name="connsiteX37" fmla="*/ 926453 w 1108502"/>
              <a:gd name="connsiteY37" fmla="*/ 66086 h 364097"/>
              <a:gd name="connsiteX38" fmla="*/ 958873 w 1108502"/>
              <a:gd name="connsiteY38" fmla="*/ 33666 h 364097"/>
              <a:gd name="connsiteX39" fmla="*/ 926453 w 1108502"/>
              <a:gd name="connsiteY39" fmla="*/ 1247 h 364097"/>
              <a:gd name="connsiteX40" fmla="*/ 1076082 w 1108502"/>
              <a:gd name="connsiteY40" fmla="*/ 1247 h 364097"/>
              <a:gd name="connsiteX41" fmla="*/ 1043663 w 1108502"/>
              <a:gd name="connsiteY41" fmla="*/ 33666 h 364097"/>
              <a:gd name="connsiteX42" fmla="*/ 1076082 w 1108502"/>
              <a:gd name="connsiteY42" fmla="*/ 66086 h 364097"/>
              <a:gd name="connsiteX43" fmla="*/ 1108503 w 1108502"/>
              <a:gd name="connsiteY43" fmla="*/ 33666 h 364097"/>
              <a:gd name="connsiteX44" fmla="*/ 1076082 w 1108502"/>
              <a:gd name="connsiteY44" fmla="*/ 1247 h 364097"/>
              <a:gd name="connsiteX45" fmla="*/ 180802 w 1108502"/>
              <a:gd name="connsiteY45" fmla="*/ 149629 h 364097"/>
              <a:gd name="connsiteX46" fmla="*/ 148382 w 1108502"/>
              <a:gd name="connsiteY46" fmla="*/ 182048 h 364097"/>
              <a:gd name="connsiteX47" fmla="*/ 180802 w 1108502"/>
              <a:gd name="connsiteY47" fmla="*/ 214468 h 364097"/>
              <a:gd name="connsiteX48" fmla="*/ 213222 w 1108502"/>
              <a:gd name="connsiteY48" fmla="*/ 182048 h 364097"/>
              <a:gd name="connsiteX49" fmla="*/ 180802 w 1108502"/>
              <a:gd name="connsiteY49" fmla="*/ 149629 h 364097"/>
              <a:gd name="connsiteX50" fmla="*/ 330431 w 1108502"/>
              <a:gd name="connsiteY50" fmla="*/ 149629 h 364097"/>
              <a:gd name="connsiteX51" fmla="*/ 298011 w 1108502"/>
              <a:gd name="connsiteY51" fmla="*/ 182048 h 364097"/>
              <a:gd name="connsiteX52" fmla="*/ 330431 w 1108502"/>
              <a:gd name="connsiteY52" fmla="*/ 214468 h 364097"/>
              <a:gd name="connsiteX53" fmla="*/ 362851 w 1108502"/>
              <a:gd name="connsiteY53" fmla="*/ 182048 h 364097"/>
              <a:gd name="connsiteX54" fmla="*/ 330431 w 1108502"/>
              <a:gd name="connsiteY54" fmla="*/ 149629 h 364097"/>
              <a:gd name="connsiteX55" fmla="*/ 480060 w 1108502"/>
              <a:gd name="connsiteY55" fmla="*/ 149629 h 364097"/>
              <a:gd name="connsiteX56" fmla="*/ 447640 w 1108502"/>
              <a:gd name="connsiteY56" fmla="*/ 182048 h 364097"/>
              <a:gd name="connsiteX57" fmla="*/ 480060 w 1108502"/>
              <a:gd name="connsiteY57" fmla="*/ 214468 h 364097"/>
              <a:gd name="connsiteX58" fmla="*/ 512480 w 1108502"/>
              <a:gd name="connsiteY58" fmla="*/ 182048 h 364097"/>
              <a:gd name="connsiteX59" fmla="*/ 480060 w 1108502"/>
              <a:gd name="connsiteY59" fmla="*/ 149629 h 364097"/>
              <a:gd name="connsiteX60" fmla="*/ 628442 w 1108502"/>
              <a:gd name="connsiteY60" fmla="*/ 149629 h 364097"/>
              <a:gd name="connsiteX61" fmla="*/ 596022 w 1108502"/>
              <a:gd name="connsiteY61" fmla="*/ 182048 h 364097"/>
              <a:gd name="connsiteX62" fmla="*/ 628442 w 1108502"/>
              <a:gd name="connsiteY62" fmla="*/ 214468 h 364097"/>
              <a:gd name="connsiteX63" fmla="*/ 660862 w 1108502"/>
              <a:gd name="connsiteY63" fmla="*/ 182048 h 364097"/>
              <a:gd name="connsiteX64" fmla="*/ 628442 w 1108502"/>
              <a:gd name="connsiteY64" fmla="*/ 149629 h 364097"/>
              <a:gd name="connsiteX65" fmla="*/ 778071 w 1108502"/>
              <a:gd name="connsiteY65" fmla="*/ 149629 h 364097"/>
              <a:gd name="connsiteX66" fmla="*/ 745652 w 1108502"/>
              <a:gd name="connsiteY66" fmla="*/ 182048 h 364097"/>
              <a:gd name="connsiteX67" fmla="*/ 778071 w 1108502"/>
              <a:gd name="connsiteY67" fmla="*/ 214468 h 364097"/>
              <a:gd name="connsiteX68" fmla="*/ 810491 w 1108502"/>
              <a:gd name="connsiteY68" fmla="*/ 182048 h 364097"/>
              <a:gd name="connsiteX69" fmla="*/ 778071 w 1108502"/>
              <a:gd name="connsiteY69" fmla="*/ 149629 h 364097"/>
              <a:gd name="connsiteX70" fmla="*/ 926453 w 1108502"/>
              <a:gd name="connsiteY70" fmla="*/ 149629 h 364097"/>
              <a:gd name="connsiteX71" fmla="*/ 894034 w 1108502"/>
              <a:gd name="connsiteY71" fmla="*/ 182048 h 364097"/>
              <a:gd name="connsiteX72" fmla="*/ 926453 w 1108502"/>
              <a:gd name="connsiteY72" fmla="*/ 214468 h 364097"/>
              <a:gd name="connsiteX73" fmla="*/ 958873 w 1108502"/>
              <a:gd name="connsiteY73" fmla="*/ 182048 h 364097"/>
              <a:gd name="connsiteX74" fmla="*/ 926453 w 1108502"/>
              <a:gd name="connsiteY74" fmla="*/ 149629 h 364097"/>
              <a:gd name="connsiteX75" fmla="*/ 1076082 w 1108502"/>
              <a:gd name="connsiteY75" fmla="*/ 149629 h 364097"/>
              <a:gd name="connsiteX76" fmla="*/ 1043663 w 1108502"/>
              <a:gd name="connsiteY76" fmla="*/ 182048 h 364097"/>
              <a:gd name="connsiteX77" fmla="*/ 1076082 w 1108502"/>
              <a:gd name="connsiteY77" fmla="*/ 214468 h 364097"/>
              <a:gd name="connsiteX78" fmla="*/ 1108503 w 1108502"/>
              <a:gd name="connsiteY78" fmla="*/ 182048 h 364097"/>
              <a:gd name="connsiteX79" fmla="*/ 1076082 w 1108502"/>
              <a:gd name="connsiteY79" fmla="*/ 149629 h 364097"/>
              <a:gd name="connsiteX80" fmla="*/ 32420 w 1108502"/>
              <a:gd name="connsiteY80" fmla="*/ 299258 h 364097"/>
              <a:gd name="connsiteX81" fmla="*/ 0 w 1108502"/>
              <a:gd name="connsiteY81" fmla="*/ 331678 h 364097"/>
              <a:gd name="connsiteX82" fmla="*/ 32420 w 1108502"/>
              <a:gd name="connsiteY82" fmla="*/ 364097 h 364097"/>
              <a:gd name="connsiteX83" fmla="*/ 64839 w 1108502"/>
              <a:gd name="connsiteY83" fmla="*/ 331678 h 364097"/>
              <a:gd name="connsiteX84" fmla="*/ 32420 w 1108502"/>
              <a:gd name="connsiteY84" fmla="*/ 299258 h 364097"/>
              <a:gd name="connsiteX85" fmla="*/ 180802 w 1108502"/>
              <a:gd name="connsiteY85" fmla="*/ 299258 h 364097"/>
              <a:gd name="connsiteX86" fmla="*/ 148382 w 1108502"/>
              <a:gd name="connsiteY86" fmla="*/ 331678 h 364097"/>
              <a:gd name="connsiteX87" fmla="*/ 180802 w 1108502"/>
              <a:gd name="connsiteY87" fmla="*/ 364097 h 364097"/>
              <a:gd name="connsiteX88" fmla="*/ 213222 w 1108502"/>
              <a:gd name="connsiteY88" fmla="*/ 331678 h 364097"/>
              <a:gd name="connsiteX89" fmla="*/ 180802 w 1108502"/>
              <a:gd name="connsiteY89" fmla="*/ 299258 h 364097"/>
              <a:gd name="connsiteX90" fmla="*/ 330431 w 1108502"/>
              <a:gd name="connsiteY90" fmla="*/ 299258 h 364097"/>
              <a:gd name="connsiteX91" fmla="*/ 298011 w 1108502"/>
              <a:gd name="connsiteY91" fmla="*/ 331678 h 364097"/>
              <a:gd name="connsiteX92" fmla="*/ 330431 w 1108502"/>
              <a:gd name="connsiteY92" fmla="*/ 364097 h 364097"/>
              <a:gd name="connsiteX93" fmla="*/ 362851 w 1108502"/>
              <a:gd name="connsiteY93" fmla="*/ 331678 h 364097"/>
              <a:gd name="connsiteX94" fmla="*/ 330431 w 1108502"/>
              <a:gd name="connsiteY94" fmla="*/ 299258 h 364097"/>
              <a:gd name="connsiteX95" fmla="*/ 480060 w 1108502"/>
              <a:gd name="connsiteY95" fmla="*/ 299258 h 364097"/>
              <a:gd name="connsiteX96" fmla="*/ 447640 w 1108502"/>
              <a:gd name="connsiteY96" fmla="*/ 331678 h 364097"/>
              <a:gd name="connsiteX97" fmla="*/ 480060 w 1108502"/>
              <a:gd name="connsiteY97" fmla="*/ 364097 h 364097"/>
              <a:gd name="connsiteX98" fmla="*/ 512480 w 1108502"/>
              <a:gd name="connsiteY98" fmla="*/ 331678 h 364097"/>
              <a:gd name="connsiteX99" fmla="*/ 480060 w 1108502"/>
              <a:gd name="connsiteY99" fmla="*/ 299258 h 364097"/>
              <a:gd name="connsiteX100" fmla="*/ 628442 w 1108502"/>
              <a:gd name="connsiteY100" fmla="*/ 299258 h 364097"/>
              <a:gd name="connsiteX101" fmla="*/ 596022 w 1108502"/>
              <a:gd name="connsiteY101" fmla="*/ 331678 h 364097"/>
              <a:gd name="connsiteX102" fmla="*/ 628442 w 1108502"/>
              <a:gd name="connsiteY102" fmla="*/ 364097 h 364097"/>
              <a:gd name="connsiteX103" fmla="*/ 660862 w 1108502"/>
              <a:gd name="connsiteY103" fmla="*/ 331678 h 364097"/>
              <a:gd name="connsiteX104" fmla="*/ 628442 w 1108502"/>
              <a:gd name="connsiteY104" fmla="*/ 299258 h 364097"/>
              <a:gd name="connsiteX105" fmla="*/ 778071 w 1108502"/>
              <a:gd name="connsiteY105" fmla="*/ 299258 h 364097"/>
              <a:gd name="connsiteX106" fmla="*/ 745652 w 1108502"/>
              <a:gd name="connsiteY106" fmla="*/ 331678 h 364097"/>
              <a:gd name="connsiteX107" fmla="*/ 778071 w 1108502"/>
              <a:gd name="connsiteY107" fmla="*/ 364097 h 364097"/>
              <a:gd name="connsiteX108" fmla="*/ 810491 w 1108502"/>
              <a:gd name="connsiteY108" fmla="*/ 331678 h 364097"/>
              <a:gd name="connsiteX109" fmla="*/ 778071 w 1108502"/>
              <a:gd name="connsiteY109" fmla="*/ 299258 h 364097"/>
              <a:gd name="connsiteX110" fmla="*/ 926453 w 1108502"/>
              <a:gd name="connsiteY110" fmla="*/ 299258 h 364097"/>
              <a:gd name="connsiteX111" fmla="*/ 894034 w 1108502"/>
              <a:gd name="connsiteY111" fmla="*/ 331678 h 364097"/>
              <a:gd name="connsiteX112" fmla="*/ 926453 w 1108502"/>
              <a:gd name="connsiteY112" fmla="*/ 364097 h 364097"/>
              <a:gd name="connsiteX113" fmla="*/ 958873 w 1108502"/>
              <a:gd name="connsiteY113" fmla="*/ 331678 h 364097"/>
              <a:gd name="connsiteX114" fmla="*/ 926453 w 1108502"/>
              <a:gd name="connsiteY114" fmla="*/ 299258 h 364097"/>
              <a:gd name="connsiteX115" fmla="*/ 1076082 w 1108502"/>
              <a:gd name="connsiteY115" fmla="*/ 299258 h 364097"/>
              <a:gd name="connsiteX116" fmla="*/ 1043663 w 1108502"/>
              <a:gd name="connsiteY116" fmla="*/ 331678 h 364097"/>
              <a:gd name="connsiteX117" fmla="*/ 1076082 w 1108502"/>
              <a:gd name="connsiteY117" fmla="*/ 364097 h 364097"/>
              <a:gd name="connsiteX118" fmla="*/ 1108503 w 1108502"/>
              <a:gd name="connsiteY118" fmla="*/ 331678 h 364097"/>
              <a:gd name="connsiteX119" fmla="*/ 1076082 w 1108502"/>
              <a:gd name="connsiteY119" fmla="*/ 299258 h 364097"/>
            </a:gdLst>
            <a:ahLst/>
            <a:cxnLst/>
            <a:rect l="l" t="t" r="r" b="b"/>
            <a:pathLst>
              <a:path w="1108502" h="364097">
                <a:moveTo>
                  <a:pt x="64839" y="32419"/>
                </a:moveTo>
                <a:cubicBezTo>
                  <a:pt x="64839" y="49876"/>
                  <a:pt x="49876" y="64839"/>
                  <a:pt x="32420" y="64839"/>
                </a:cubicBezTo>
                <a:cubicBezTo>
                  <a:pt x="14963" y="64839"/>
                  <a:pt x="0" y="49876"/>
                  <a:pt x="0" y="32419"/>
                </a:cubicBezTo>
                <a:cubicBezTo>
                  <a:pt x="0" y="14963"/>
                  <a:pt x="14963" y="0"/>
                  <a:pt x="32420" y="0"/>
                </a:cubicBezTo>
                <a:cubicBezTo>
                  <a:pt x="49876" y="1247"/>
                  <a:pt x="64839" y="14963"/>
                  <a:pt x="64839" y="32419"/>
                </a:cubicBezTo>
                <a:close/>
                <a:moveTo>
                  <a:pt x="180802" y="1247"/>
                </a:moveTo>
                <a:cubicBezTo>
                  <a:pt x="163345" y="1247"/>
                  <a:pt x="148382" y="16210"/>
                  <a:pt x="148382" y="33666"/>
                </a:cubicBezTo>
                <a:cubicBezTo>
                  <a:pt x="148382" y="51123"/>
                  <a:pt x="163345" y="66086"/>
                  <a:pt x="180802" y="66086"/>
                </a:cubicBezTo>
                <a:cubicBezTo>
                  <a:pt x="198258" y="66086"/>
                  <a:pt x="213222" y="51123"/>
                  <a:pt x="213222" y="33666"/>
                </a:cubicBezTo>
                <a:cubicBezTo>
                  <a:pt x="213222" y="14963"/>
                  <a:pt x="199505" y="1247"/>
                  <a:pt x="180802" y="1247"/>
                </a:cubicBezTo>
                <a:close/>
                <a:moveTo>
                  <a:pt x="64839" y="182048"/>
                </a:moveTo>
                <a:cubicBezTo>
                  <a:pt x="64839" y="164592"/>
                  <a:pt x="49876" y="149629"/>
                  <a:pt x="32420" y="149629"/>
                </a:cubicBezTo>
                <a:cubicBezTo>
                  <a:pt x="14963" y="149629"/>
                  <a:pt x="0" y="164592"/>
                  <a:pt x="0" y="182048"/>
                </a:cubicBezTo>
                <a:cubicBezTo>
                  <a:pt x="0" y="199505"/>
                  <a:pt x="14963" y="214468"/>
                  <a:pt x="32420" y="214468"/>
                </a:cubicBezTo>
                <a:cubicBezTo>
                  <a:pt x="49876" y="214468"/>
                  <a:pt x="64839" y="199505"/>
                  <a:pt x="64839" y="182048"/>
                </a:cubicBezTo>
                <a:close/>
                <a:moveTo>
                  <a:pt x="330431" y="1247"/>
                </a:moveTo>
                <a:cubicBezTo>
                  <a:pt x="312974" y="1247"/>
                  <a:pt x="298011" y="16210"/>
                  <a:pt x="298011" y="33666"/>
                </a:cubicBezTo>
                <a:cubicBezTo>
                  <a:pt x="298011" y="51123"/>
                  <a:pt x="312974" y="66086"/>
                  <a:pt x="330431" y="66086"/>
                </a:cubicBezTo>
                <a:cubicBezTo>
                  <a:pt x="347888" y="66086"/>
                  <a:pt x="362851" y="51123"/>
                  <a:pt x="362851" y="33666"/>
                </a:cubicBezTo>
                <a:cubicBezTo>
                  <a:pt x="362851" y="14963"/>
                  <a:pt x="347888" y="1247"/>
                  <a:pt x="330431" y="1247"/>
                </a:cubicBezTo>
                <a:close/>
                <a:moveTo>
                  <a:pt x="480060" y="1247"/>
                </a:moveTo>
                <a:cubicBezTo>
                  <a:pt x="462603" y="1247"/>
                  <a:pt x="447640" y="16210"/>
                  <a:pt x="447640" y="33666"/>
                </a:cubicBezTo>
                <a:cubicBezTo>
                  <a:pt x="447640" y="51123"/>
                  <a:pt x="462603" y="66086"/>
                  <a:pt x="480060" y="66086"/>
                </a:cubicBezTo>
                <a:cubicBezTo>
                  <a:pt x="497517" y="66086"/>
                  <a:pt x="512480" y="51123"/>
                  <a:pt x="512480" y="33666"/>
                </a:cubicBezTo>
                <a:cubicBezTo>
                  <a:pt x="511233" y="14963"/>
                  <a:pt x="497517" y="1247"/>
                  <a:pt x="480060" y="1247"/>
                </a:cubicBezTo>
                <a:close/>
                <a:moveTo>
                  <a:pt x="628442" y="1247"/>
                </a:moveTo>
                <a:cubicBezTo>
                  <a:pt x="610985" y="1247"/>
                  <a:pt x="596022" y="16210"/>
                  <a:pt x="596022" y="33666"/>
                </a:cubicBezTo>
                <a:cubicBezTo>
                  <a:pt x="596022" y="51123"/>
                  <a:pt x="610985" y="66086"/>
                  <a:pt x="628442" y="66086"/>
                </a:cubicBezTo>
                <a:cubicBezTo>
                  <a:pt x="645899" y="66086"/>
                  <a:pt x="660862" y="51123"/>
                  <a:pt x="660862" y="33666"/>
                </a:cubicBezTo>
                <a:cubicBezTo>
                  <a:pt x="660862" y="14963"/>
                  <a:pt x="645899" y="1247"/>
                  <a:pt x="628442" y="1247"/>
                </a:cubicBezTo>
                <a:close/>
                <a:moveTo>
                  <a:pt x="778071" y="1247"/>
                </a:moveTo>
                <a:cubicBezTo>
                  <a:pt x="760615" y="1247"/>
                  <a:pt x="745652" y="16210"/>
                  <a:pt x="745652" y="33666"/>
                </a:cubicBezTo>
                <a:cubicBezTo>
                  <a:pt x="745652" y="51123"/>
                  <a:pt x="760615" y="66086"/>
                  <a:pt x="778071" y="66086"/>
                </a:cubicBezTo>
                <a:cubicBezTo>
                  <a:pt x="795528" y="66086"/>
                  <a:pt x="810491" y="51123"/>
                  <a:pt x="810491" y="33666"/>
                </a:cubicBezTo>
                <a:cubicBezTo>
                  <a:pt x="809244" y="14963"/>
                  <a:pt x="795528" y="1247"/>
                  <a:pt x="778071" y="1247"/>
                </a:cubicBezTo>
                <a:close/>
                <a:moveTo>
                  <a:pt x="926453" y="1247"/>
                </a:moveTo>
                <a:cubicBezTo>
                  <a:pt x="908997" y="1247"/>
                  <a:pt x="894034" y="16210"/>
                  <a:pt x="894034" y="33666"/>
                </a:cubicBezTo>
                <a:cubicBezTo>
                  <a:pt x="894034" y="51123"/>
                  <a:pt x="908997" y="66086"/>
                  <a:pt x="926453" y="66086"/>
                </a:cubicBezTo>
                <a:cubicBezTo>
                  <a:pt x="943910" y="66086"/>
                  <a:pt x="958873" y="51123"/>
                  <a:pt x="958873" y="33666"/>
                </a:cubicBezTo>
                <a:cubicBezTo>
                  <a:pt x="958873" y="14963"/>
                  <a:pt x="943910" y="1247"/>
                  <a:pt x="926453" y="1247"/>
                </a:cubicBezTo>
                <a:close/>
                <a:moveTo>
                  <a:pt x="1076082" y="1247"/>
                </a:moveTo>
                <a:cubicBezTo>
                  <a:pt x="1058626" y="1247"/>
                  <a:pt x="1043663" y="16210"/>
                  <a:pt x="1043663" y="33666"/>
                </a:cubicBezTo>
                <a:cubicBezTo>
                  <a:pt x="1043663" y="51123"/>
                  <a:pt x="1058626" y="66086"/>
                  <a:pt x="1076082" y="66086"/>
                </a:cubicBezTo>
                <a:cubicBezTo>
                  <a:pt x="1093539" y="66086"/>
                  <a:pt x="1108503" y="51123"/>
                  <a:pt x="1108503" y="33666"/>
                </a:cubicBezTo>
                <a:cubicBezTo>
                  <a:pt x="1107255" y="14963"/>
                  <a:pt x="1093539" y="1247"/>
                  <a:pt x="1076082" y="1247"/>
                </a:cubicBezTo>
                <a:close/>
                <a:moveTo>
                  <a:pt x="180802" y="149629"/>
                </a:moveTo>
                <a:cubicBezTo>
                  <a:pt x="163345" y="149629"/>
                  <a:pt x="148382" y="164592"/>
                  <a:pt x="148382" y="182048"/>
                </a:cubicBezTo>
                <a:cubicBezTo>
                  <a:pt x="148382" y="199505"/>
                  <a:pt x="163345" y="214468"/>
                  <a:pt x="180802" y="214468"/>
                </a:cubicBezTo>
                <a:cubicBezTo>
                  <a:pt x="198258" y="214468"/>
                  <a:pt x="213222" y="199505"/>
                  <a:pt x="213222" y="182048"/>
                </a:cubicBezTo>
                <a:cubicBezTo>
                  <a:pt x="213222" y="164592"/>
                  <a:pt x="199505" y="149629"/>
                  <a:pt x="180802" y="149629"/>
                </a:cubicBezTo>
                <a:close/>
                <a:moveTo>
                  <a:pt x="330431" y="149629"/>
                </a:moveTo>
                <a:cubicBezTo>
                  <a:pt x="312974" y="149629"/>
                  <a:pt x="298011" y="164592"/>
                  <a:pt x="298011" y="182048"/>
                </a:cubicBezTo>
                <a:cubicBezTo>
                  <a:pt x="298011" y="199505"/>
                  <a:pt x="312974" y="214468"/>
                  <a:pt x="330431" y="214468"/>
                </a:cubicBezTo>
                <a:cubicBezTo>
                  <a:pt x="347888" y="214468"/>
                  <a:pt x="362851" y="199505"/>
                  <a:pt x="362851" y="182048"/>
                </a:cubicBezTo>
                <a:cubicBezTo>
                  <a:pt x="362851" y="164592"/>
                  <a:pt x="347888" y="149629"/>
                  <a:pt x="330431" y="149629"/>
                </a:cubicBezTo>
                <a:close/>
                <a:moveTo>
                  <a:pt x="480060" y="149629"/>
                </a:moveTo>
                <a:cubicBezTo>
                  <a:pt x="462603" y="149629"/>
                  <a:pt x="447640" y="164592"/>
                  <a:pt x="447640" y="182048"/>
                </a:cubicBezTo>
                <a:cubicBezTo>
                  <a:pt x="447640" y="199505"/>
                  <a:pt x="462603" y="214468"/>
                  <a:pt x="480060" y="214468"/>
                </a:cubicBezTo>
                <a:cubicBezTo>
                  <a:pt x="497517" y="214468"/>
                  <a:pt x="512480" y="199505"/>
                  <a:pt x="512480" y="182048"/>
                </a:cubicBezTo>
                <a:cubicBezTo>
                  <a:pt x="512480" y="164592"/>
                  <a:pt x="497517" y="149629"/>
                  <a:pt x="480060" y="149629"/>
                </a:cubicBezTo>
                <a:close/>
                <a:moveTo>
                  <a:pt x="628442" y="149629"/>
                </a:moveTo>
                <a:cubicBezTo>
                  <a:pt x="610985" y="149629"/>
                  <a:pt x="596022" y="164592"/>
                  <a:pt x="596022" y="182048"/>
                </a:cubicBezTo>
                <a:cubicBezTo>
                  <a:pt x="596022" y="199505"/>
                  <a:pt x="610985" y="214468"/>
                  <a:pt x="628442" y="214468"/>
                </a:cubicBezTo>
                <a:cubicBezTo>
                  <a:pt x="645899" y="214468"/>
                  <a:pt x="660862" y="199505"/>
                  <a:pt x="660862" y="182048"/>
                </a:cubicBezTo>
                <a:cubicBezTo>
                  <a:pt x="660862" y="164592"/>
                  <a:pt x="645899" y="149629"/>
                  <a:pt x="628442" y="149629"/>
                </a:cubicBezTo>
                <a:close/>
                <a:moveTo>
                  <a:pt x="778071" y="149629"/>
                </a:moveTo>
                <a:cubicBezTo>
                  <a:pt x="760615" y="149629"/>
                  <a:pt x="745652" y="164592"/>
                  <a:pt x="745652" y="182048"/>
                </a:cubicBezTo>
                <a:cubicBezTo>
                  <a:pt x="745652" y="199505"/>
                  <a:pt x="760615" y="214468"/>
                  <a:pt x="778071" y="214468"/>
                </a:cubicBezTo>
                <a:cubicBezTo>
                  <a:pt x="795528" y="214468"/>
                  <a:pt x="810491" y="199505"/>
                  <a:pt x="810491" y="182048"/>
                </a:cubicBezTo>
                <a:cubicBezTo>
                  <a:pt x="810491" y="164592"/>
                  <a:pt x="795528" y="149629"/>
                  <a:pt x="778071" y="149629"/>
                </a:cubicBezTo>
                <a:close/>
                <a:moveTo>
                  <a:pt x="926453" y="149629"/>
                </a:moveTo>
                <a:cubicBezTo>
                  <a:pt x="908997" y="149629"/>
                  <a:pt x="894034" y="164592"/>
                  <a:pt x="894034" y="182048"/>
                </a:cubicBezTo>
                <a:cubicBezTo>
                  <a:pt x="894034" y="199505"/>
                  <a:pt x="908997" y="214468"/>
                  <a:pt x="926453" y="214468"/>
                </a:cubicBezTo>
                <a:cubicBezTo>
                  <a:pt x="943910" y="214468"/>
                  <a:pt x="958873" y="199505"/>
                  <a:pt x="958873" y="182048"/>
                </a:cubicBezTo>
                <a:cubicBezTo>
                  <a:pt x="958873" y="164592"/>
                  <a:pt x="943910" y="149629"/>
                  <a:pt x="926453" y="149629"/>
                </a:cubicBezTo>
                <a:close/>
                <a:moveTo>
                  <a:pt x="1076082" y="149629"/>
                </a:moveTo>
                <a:cubicBezTo>
                  <a:pt x="1058626" y="149629"/>
                  <a:pt x="1043663" y="164592"/>
                  <a:pt x="1043663" y="182048"/>
                </a:cubicBezTo>
                <a:cubicBezTo>
                  <a:pt x="1043663" y="199505"/>
                  <a:pt x="1058626" y="214468"/>
                  <a:pt x="1076082" y="214468"/>
                </a:cubicBezTo>
                <a:cubicBezTo>
                  <a:pt x="1093539" y="214468"/>
                  <a:pt x="1108503" y="199505"/>
                  <a:pt x="1108503" y="182048"/>
                </a:cubicBezTo>
                <a:cubicBezTo>
                  <a:pt x="1108503" y="164592"/>
                  <a:pt x="1093539" y="149629"/>
                  <a:pt x="1076082" y="149629"/>
                </a:cubicBezTo>
                <a:close/>
                <a:moveTo>
                  <a:pt x="32420" y="299258"/>
                </a:moveTo>
                <a:cubicBezTo>
                  <a:pt x="14963" y="299258"/>
                  <a:pt x="0" y="314221"/>
                  <a:pt x="0" y="331678"/>
                </a:cubicBezTo>
                <a:cubicBezTo>
                  <a:pt x="0" y="349135"/>
                  <a:pt x="14963" y="364097"/>
                  <a:pt x="32420" y="364097"/>
                </a:cubicBezTo>
                <a:cubicBezTo>
                  <a:pt x="49876" y="364097"/>
                  <a:pt x="64839" y="349135"/>
                  <a:pt x="64839" y="331678"/>
                </a:cubicBezTo>
                <a:cubicBezTo>
                  <a:pt x="64839" y="314221"/>
                  <a:pt x="49876" y="299258"/>
                  <a:pt x="32420" y="299258"/>
                </a:cubicBezTo>
                <a:close/>
                <a:moveTo>
                  <a:pt x="180802" y="299258"/>
                </a:moveTo>
                <a:cubicBezTo>
                  <a:pt x="163345" y="299258"/>
                  <a:pt x="148382" y="314221"/>
                  <a:pt x="148382" y="331678"/>
                </a:cubicBezTo>
                <a:cubicBezTo>
                  <a:pt x="148382" y="349135"/>
                  <a:pt x="163345" y="364097"/>
                  <a:pt x="180802" y="364097"/>
                </a:cubicBezTo>
                <a:cubicBezTo>
                  <a:pt x="198258" y="364097"/>
                  <a:pt x="213222" y="349135"/>
                  <a:pt x="213222" y="331678"/>
                </a:cubicBezTo>
                <a:cubicBezTo>
                  <a:pt x="213222" y="314221"/>
                  <a:pt x="199505" y="299258"/>
                  <a:pt x="180802" y="299258"/>
                </a:cubicBezTo>
                <a:close/>
                <a:moveTo>
                  <a:pt x="330431" y="299258"/>
                </a:moveTo>
                <a:cubicBezTo>
                  <a:pt x="312974" y="299258"/>
                  <a:pt x="298011" y="314221"/>
                  <a:pt x="298011" y="331678"/>
                </a:cubicBezTo>
                <a:cubicBezTo>
                  <a:pt x="298011" y="349135"/>
                  <a:pt x="312974" y="364097"/>
                  <a:pt x="330431" y="364097"/>
                </a:cubicBezTo>
                <a:cubicBezTo>
                  <a:pt x="347888" y="364097"/>
                  <a:pt x="362851" y="349135"/>
                  <a:pt x="362851" y="331678"/>
                </a:cubicBezTo>
                <a:cubicBezTo>
                  <a:pt x="362851" y="314221"/>
                  <a:pt x="347888" y="299258"/>
                  <a:pt x="330431" y="299258"/>
                </a:cubicBezTo>
                <a:close/>
                <a:moveTo>
                  <a:pt x="480060" y="299258"/>
                </a:moveTo>
                <a:cubicBezTo>
                  <a:pt x="462603" y="299258"/>
                  <a:pt x="447640" y="314221"/>
                  <a:pt x="447640" y="331678"/>
                </a:cubicBezTo>
                <a:cubicBezTo>
                  <a:pt x="447640" y="349135"/>
                  <a:pt x="462603" y="364097"/>
                  <a:pt x="480060" y="364097"/>
                </a:cubicBezTo>
                <a:cubicBezTo>
                  <a:pt x="497517" y="364097"/>
                  <a:pt x="512480" y="349135"/>
                  <a:pt x="512480" y="331678"/>
                </a:cubicBezTo>
                <a:cubicBezTo>
                  <a:pt x="512480" y="314221"/>
                  <a:pt x="497517" y="299258"/>
                  <a:pt x="480060" y="299258"/>
                </a:cubicBezTo>
                <a:close/>
                <a:moveTo>
                  <a:pt x="628442" y="299258"/>
                </a:moveTo>
                <a:cubicBezTo>
                  <a:pt x="610985" y="299258"/>
                  <a:pt x="596022" y="314221"/>
                  <a:pt x="596022" y="331678"/>
                </a:cubicBezTo>
                <a:cubicBezTo>
                  <a:pt x="596022" y="349135"/>
                  <a:pt x="610985" y="364097"/>
                  <a:pt x="628442" y="364097"/>
                </a:cubicBezTo>
                <a:cubicBezTo>
                  <a:pt x="645899" y="364097"/>
                  <a:pt x="660862" y="349135"/>
                  <a:pt x="660862" y="331678"/>
                </a:cubicBezTo>
                <a:cubicBezTo>
                  <a:pt x="660862" y="314221"/>
                  <a:pt x="645899" y="299258"/>
                  <a:pt x="628442" y="299258"/>
                </a:cubicBezTo>
                <a:close/>
                <a:moveTo>
                  <a:pt x="778071" y="299258"/>
                </a:moveTo>
                <a:cubicBezTo>
                  <a:pt x="760615" y="299258"/>
                  <a:pt x="745652" y="314221"/>
                  <a:pt x="745652" y="331678"/>
                </a:cubicBezTo>
                <a:cubicBezTo>
                  <a:pt x="745652" y="349135"/>
                  <a:pt x="760615" y="364097"/>
                  <a:pt x="778071" y="364097"/>
                </a:cubicBezTo>
                <a:cubicBezTo>
                  <a:pt x="795528" y="364097"/>
                  <a:pt x="810491" y="349135"/>
                  <a:pt x="810491" y="331678"/>
                </a:cubicBezTo>
                <a:cubicBezTo>
                  <a:pt x="810491" y="314221"/>
                  <a:pt x="795528" y="299258"/>
                  <a:pt x="778071" y="299258"/>
                </a:cubicBezTo>
                <a:close/>
                <a:moveTo>
                  <a:pt x="926453" y="299258"/>
                </a:moveTo>
                <a:cubicBezTo>
                  <a:pt x="908997" y="299258"/>
                  <a:pt x="894034" y="314221"/>
                  <a:pt x="894034" y="331678"/>
                </a:cubicBezTo>
                <a:cubicBezTo>
                  <a:pt x="894034" y="349135"/>
                  <a:pt x="908997" y="364097"/>
                  <a:pt x="926453" y="364097"/>
                </a:cubicBezTo>
                <a:cubicBezTo>
                  <a:pt x="943910" y="364097"/>
                  <a:pt x="958873" y="349135"/>
                  <a:pt x="958873" y="331678"/>
                </a:cubicBezTo>
                <a:cubicBezTo>
                  <a:pt x="958873" y="314221"/>
                  <a:pt x="943910" y="299258"/>
                  <a:pt x="926453" y="299258"/>
                </a:cubicBezTo>
                <a:close/>
                <a:moveTo>
                  <a:pt x="1076082" y="299258"/>
                </a:moveTo>
                <a:cubicBezTo>
                  <a:pt x="1058626" y="299258"/>
                  <a:pt x="1043663" y="314221"/>
                  <a:pt x="1043663" y="331678"/>
                </a:cubicBezTo>
                <a:cubicBezTo>
                  <a:pt x="1043663" y="349135"/>
                  <a:pt x="1058626" y="364097"/>
                  <a:pt x="1076082" y="364097"/>
                </a:cubicBezTo>
                <a:cubicBezTo>
                  <a:pt x="1093539" y="364097"/>
                  <a:pt x="1108503" y="349135"/>
                  <a:pt x="1108503" y="331678"/>
                </a:cubicBezTo>
                <a:cubicBezTo>
                  <a:pt x="1108503" y="314221"/>
                  <a:pt x="1093539" y="299258"/>
                  <a:pt x="1076082" y="299258"/>
                </a:cubicBezTo>
                <a:close/>
              </a:path>
            </a:pathLst>
          </a:custGeom>
          <a:solidFill>
            <a:schemeClr val="accent1"/>
          </a:solidFill>
          <a:ln w="12468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09FC7703-9D74-BA30-4C27-FC83178789F3}"/>
              </a:ext>
            </a:extLst>
          </p:cNvPr>
          <p:cNvSpPr txBox="1"/>
          <p:nvPr/>
        </p:nvSpPr>
        <p:spPr>
          <a:xfrm>
            <a:off x="4053534" y="4989394"/>
            <a:ext cx="400453" cy="400453"/>
          </a:xfrm>
          <a:prstGeom prst="ellipse">
            <a:avLst/>
          </a:prstGeom>
          <a:solidFill>
            <a:schemeClr val="accent1"/>
          </a:solidFill>
          <a:ln w="1905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标题 1">
            <a:extLst>
              <a:ext uri="{FF2B5EF4-FFF2-40B4-BE49-F238E27FC236}">
                <a16:creationId xmlns:a16="http://schemas.microsoft.com/office/drawing/2014/main" id="{F40D60E4-94CE-7DBE-D255-6A2A06B80A9F}"/>
              </a:ext>
            </a:extLst>
          </p:cNvPr>
          <p:cNvSpPr txBox="1"/>
          <p:nvPr/>
        </p:nvSpPr>
        <p:spPr>
          <a:xfrm>
            <a:off x="4144464" y="5073840"/>
            <a:ext cx="213768" cy="231561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ahLst/>
            <a:cxnLst/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F2D98304-4FC3-1BF9-C3AE-6917B6AD0298}"/>
              </a:ext>
            </a:extLst>
          </p:cNvPr>
          <p:cNvSpPr txBox="1"/>
          <p:nvPr/>
        </p:nvSpPr>
        <p:spPr>
          <a:xfrm>
            <a:off x="4581023" y="4743384"/>
            <a:ext cx="3607270" cy="1352416"/>
          </a:xfrm>
          <a:prstGeom prst="rect">
            <a:avLst/>
          </a:prstGeom>
          <a:noFill/>
          <a:ln w="1905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0" i="0" u="none" strike="noStrike" kern="1200" cap="none" spc="0" normalizeH="0" baseline="0" noProof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"/>
              </a:rPr>
              <a:t>小组成员</a:t>
            </a:r>
            <a:r>
              <a:rPr kumimoji="1" lang="en-US" altLang="zh-CN" sz="1600" b="0" i="0" u="none" strike="noStrike" kern="1200" cap="none" spc="0" normalizeH="0" baseline="0" noProof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"/>
              </a:rPr>
              <a:t>：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"/>
              </a:rPr>
              <a:t>B22080415</a:t>
            </a:r>
            <a:r>
              <a:rPr kumimoji="1" lang="zh-CN" altLang="en-US" sz="1600" b="0" i="0" u="none" strike="noStrike" kern="1200" cap="none" spc="0" normalizeH="0" baseline="0" noProof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"/>
              </a:rPr>
              <a:t>吴文韬  </a:t>
            </a:r>
            <a:r>
              <a:rPr kumimoji="1" lang="en-US" altLang="zh-CN" sz="1600" b="0" i="0" u="none" strike="noStrike" kern="1200" cap="none" spc="0" normalizeH="0" baseline="0" noProof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"/>
              </a:rPr>
              <a:t>B22080417</a:t>
            </a:r>
            <a:r>
              <a:rPr kumimoji="1" lang="zh-CN" altLang="en-US" sz="1600" b="0" i="0" u="none" strike="noStrike" kern="1200" cap="none" spc="0" normalizeH="0" baseline="0" noProof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"/>
              </a:rPr>
              <a:t>张祎昊</a:t>
            </a:r>
            <a:endParaRPr kumimoji="1" lang="en-US" altLang="zh-CN" sz="1600" b="0" i="0" u="none" strike="noStrike" kern="1200" cap="none" spc="0" normalizeH="0" baseline="0" noProof="0">
              <a:ln w="12700">
                <a:noFill/>
              </a:ln>
              <a:solidFill>
                <a:srgbClr val="000000">
                  <a:alpha val="10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Source Han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"/>
              </a:rPr>
              <a:t>B22080412</a:t>
            </a:r>
            <a:r>
              <a:rPr kumimoji="1" lang="zh-CN" altLang="en-US" sz="1600" b="0" i="0" u="none" strike="noStrike" kern="1200" cap="none" spc="0" normalizeH="0" baseline="0" noProof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"/>
              </a:rPr>
              <a:t>刘恒瑜  </a:t>
            </a:r>
            <a:r>
              <a:rPr kumimoji="1" lang="en-US" altLang="zh-CN" sz="1600" b="0" i="0" u="none" strike="noStrike" kern="1200" cap="none" spc="0" normalizeH="0" baseline="0" noProof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"/>
              </a:rPr>
              <a:t>B22080408</a:t>
            </a:r>
            <a:r>
              <a:rPr kumimoji="1" lang="zh-CN" altLang="en-US" sz="1600" b="0" i="0" u="none" strike="noStrike" kern="1200" cap="none" spc="0" normalizeH="0" baseline="0" noProof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"/>
              </a:rPr>
              <a:t>马晨哲  </a:t>
            </a:r>
            <a:endParaRPr kumimoji="1" lang="en-US" altLang="zh-CN" sz="1600" b="0" i="0" u="none" strike="noStrike" kern="1200" cap="none" spc="0" normalizeH="0" baseline="0" noProof="0">
              <a:ln w="12700">
                <a:noFill/>
              </a:ln>
              <a:solidFill>
                <a:srgbClr val="000000">
                  <a:alpha val="10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Source Han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0" i="0" u="none" strike="noStrike" kern="1200" cap="none" spc="0" normalizeH="0" baseline="0" noProof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"/>
              </a:rPr>
              <a:t>B22080413</a:t>
            </a:r>
            <a:r>
              <a:rPr kumimoji="1" lang="zh-CN" altLang="en-US" sz="1600" b="0" i="0" u="none" strike="noStrike" kern="1200" cap="none" spc="0" normalizeH="0" baseline="0" noProof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"/>
              </a:rPr>
              <a:t>危煜钦  </a:t>
            </a:r>
            <a:r>
              <a:rPr kumimoji="1" lang="en-US" altLang="zh-CN" sz="1600" b="0" i="0" u="none" strike="noStrike" kern="1200" cap="none" spc="0" normalizeH="0" baseline="0" noProof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"/>
              </a:rPr>
              <a:t>B22080410</a:t>
            </a:r>
            <a:r>
              <a:rPr kumimoji="1" lang="zh-CN" altLang="en-US" sz="1600" b="0" i="0" u="none" strike="noStrike" kern="1200" cap="none" spc="0" normalizeH="0" baseline="0" noProof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ource Han Sans"/>
              </a:rPr>
              <a:t>王周金</a:t>
            </a: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16200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3159</Words>
  <Application>Microsoft Office PowerPoint</Application>
  <PresentationFormat>宽屏</PresentationFormat>
  <Paragraphs>382</Paragraphs>
  <Slides>30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7" baseType="lpstr">
      <vt:lpstr>等线</vt:lpstr>
      <vt:lpstr>微软雅黑</vt:lpstr>
      <vt:lpstr>Arial</vt:lpstr>
      <vt:lpstr>Times New Roman</vt:lpstr>
      <vt:lpstr>Wingdings</vt:lpstr>
      <vt:lpstr>1_Office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Sucial _</dc:creator>
  <cp:lastModifiedBy>Sucial _</cp:lastModifiedBy>
  <cp:revision>33</cp:revision>
  <dcterms:created xsi:type="dcterms:W3CDTF">2025-06-10T09:25:10Z</dcterms:created>
  <dcterms:modified xsi:type="dcterms:W3CDTF">2025-06-10T12:45:45Z</dcterms:modified>
</cp:coreProperties>
</file>